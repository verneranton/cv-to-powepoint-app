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8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47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504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orakulmio 8">
            <a:extLst>
              <a:ext uri="{FF2B5EF4-FFF2-40B4-BE49-F238E27FC236}">
                <a16:creationId xmlns:a16="http://schemas.microsoft.com/office/drawing/2014/main" id="{044ABBD7-68CA-4B27-AD88-71DBEE911398}"/>
              </a:ext>
            </a:extLst>
          </p:cNvPr>
          <p:cNvSpPr/>
          <p:nvPr userDrawn="1"/>
        </p:nvSpPr>
        <p:spPr>
          <a:xfrm>
            <a:off x="0" y="2116416"/>
            <a:ext cx="9144000" cy="15427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56A13E31-ECC1-4B17-967D-5F911BF8A0C8}"/>
              </a:ext>
            </a:extLst>
          </p:cNvPr>
          <p:cNvSpPr/>
          <p:nvPr userDrawn="1"/>
        </p:nvSpPr>
        <p:spPr>
          <a:xfrm>
            <a:off x="0" y="5315259"/>
            <a:ext cx="9144000" cy="15427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13" name="Kuva 12" descr="Kuva, joka sisältää kohteen teksti&#10;&#10;Kuvaus luotu automaattisesti">
            <a:extLst>
              <a:ext uri="{FF2B5EF4-FFF2-40B4-BE49-F238E27FC236}">
                <a16:creationId xmlns:a16="http://schemas.microsoft.com/office/drawing/2014/main" id="{F077F4B1-460D-4CBD-93D7-221BA5FE1F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8343" y="182102"/>
            <a:ext cx="1000808" cy="55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3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1B38D-CF79-9646-B3E2-08A3AF125827}" type="datetimeFigureOut">
              <a:rPr lang="fi-FI" smtClean="0"/>
              <a:pPr/>
              <a:t>9.11.2025</a:t>
            </a:fld>
            <a:endParaRPr lang="fi-FI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8B1EC-FFE4-ED49-A8D1-275403CA8581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37605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1B38D-CF79-9646-B3E2-08A3AF125827}" type="datetimeFigureOut">
              <a:rPr lang="fi-FI" smtClean="0"/>
              <a:pPr/>
              <a:t>9.11.2025</a:t>
            </a:fld>
            <a:endParaRPr lang="fi-FI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8B1EC-FFE4-ED49-A8D1-275403CA8581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40065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Ryhmä 35">
            <a:extLst>
              <a:ext uri="{FF2B5EF4-FFF2-40B4-BE49-F238E27FC236}">
                <a16:creationId xmlns:a16="http://schemas.microsoft.com/office/drawing/2014/main" id="{B5DD388C-76CF-415A-AD16-7DCF30ADA3C3}"/>
              </a:ext>
            </a:extLst>
          </p:cNvPr>
          <p:cNvGrpSpPr/>
          <p:nvPr/>
        </p:nvGrpSpPr>
        <p:grpSpPr>
          <a:xfrm>
            <a:off x="0" y="-18036"/>
            <a:ext cx="9172974" cy="6892008"/>
            <a:chOff x="-19853" y="-30735"/>
            <a:chExt cx="9172974" cy="6892008"/>
          </a:xfrm>
        </p:grpSpPr>
        <p:grpSp>
          <p:nvGrpSpPr>
            <p:cNvPr id="35" name="Ryhmä 34">
              <a:extLst>
                <a:ext uri="{FF2B5EF4-FFF2-40B4-BE49-F238E27FC236}">
                  <a16:creationId xmlns:a16="http://schemas.microsoft.com/office/drawing/2014/main" id="{D520BB08-D147-4DC7-9DFF-7AFF1E82BC2D}"/>
                </a:ext>
              </a:extLst>
            </p:cNvPr>
            <p:cNvGrpSpPr/>
            <p:nvPr/>
          </p:nvGrpSpPr>
          <p:grpSpPr>
            <a:xfrm>
              <a:off x="-19853" y="-30735"/>
              <a:ext cx="9172974" cy="6892008"/>
              <a:chOff x="-19853" y="-30735"/>
              <a:chExt cx="9172974" cy="6892008"/>
            </a:xfrm>
          </p:grpSpPr>
          <p:sp>
            <p:nvSpPr>
              <p:cNvPr id="27" name="Suorakulmio 26">
                <a:extLst>
                  <a:ext uri="{FF2B5EF4-FFF2-40B4-BE49-F238E27FC236}">
                    <a16:creationId xmlns:a16="http://schemas.microsoft.com/office/drawing/2014/main" id="{E90FA7ED-CF33-4FF3-B2D1-394D0FC9DE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-19853" y="-6154"/>
                <a:ext cx="6870699" cy="686415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/>
              </a:p>
            </p:txBody>
          </p:sp>
          <p:grpSp>
            <p:nvGrpSpPr>
              <p:cNvPr id="28" name="Ryhmä 27">
                <a:extLst>
                  <a:ext uri="{FF2B5EF4-FFF2-40B4-BE49-F238E27FC236}">
                    <a16:creationId xmlns:a16="http://schemas.microsoft.com/office/drawing/2014/main" id="{5AD87839-3242-4F23-87D1-0367F18AD8DC}"/>
                  </a:ext>
                </a:extLst>
              </p:cNvPr>
              <p:cNvGrpSpPr/>
              <p:nvPr/>
            </p:nvGrpSpPr>
            <p:grpSpPr>
              <a:xfrm>
                <a:off x="3375355" y="-30735"/>
                <a:ext cx="5777766" cy="6888735"/>
                <a:chOff x="3543922" y="-49470"/>
                <a:chExt cx="3314079" cy="9193469"/>
              </a:xfrm>
              <a:solidFill>
                <a:schemeClr val="bg1"/>
              </a:solidFill>
            </p:grpSpPr>
            <p:sp>
              <p:nvSpPr>
                <p:cNvPr id="31" name="Suorakulmio 30">
                  <a:extLst>
                    <a:ext uri="{FF2B5EF4-FFF2-40B4-BE49-F238E27FC236}">
                      <a16:creationId xmlns:a16="http://schemas.microsoft.com/office/drawing/2014/main" id="{B1FF41D9-D018-4F6E-8468-6F3D0DE7CB52}"/>
                    </a:ext>
                  </a:extLst>
                </p:cNvPr>
                <p:cNvSpPr/>
                <p:nvPr/>
              </p:nvSpPr>
              <p:spPr>
                <a:xfrm>
                  <a:off x="5010150" y="3568700"/>
                  <a:ext cx="1847850" cy="557529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i-FI"/>
                </a:p>
              </p:txBody>
            </p:sp>
            <p:sp>
              <p:nvSpPr>
                <p:cNvPr id="32" name="Suorakulmio 31">
                  <a:extLst>
                    <a:ext uri="{FF2B5EF4-FFF2-40B4-BE49-F238E27FC236}">
                      <a16:creationId xmlns:a16="http://schemas.microsoft.com/office/drawing/2014/main" id="{426FD3E2-876B-4E0D-BABB-66E287C64EE5}"/>
                    </a:ext>
                  </a:extLst>
                </p:cNvPr>
                <p:cNvSpPr/>
                <p:nvPr/>
              </p:nvSpPr>
              <p:spPr>
                <a:xfrm>
                  <a:off x="3543922" y="-49470"/>
                  <a:ext cx="3314079" cy="564724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i-FI"/>
                </a:p>
              </p:txBody>
            </p:sp>
          </p:grpSp>
          <p:sp>
            <p:nvSpPr>
              <p:cNvPr id="29" name="Suunnikas 14">
                <a:extLst>
                  <a:ext uri="{FF2B5EF4-FFF2-40B4-BE49-F238E27FC236}">
                    <a16:creationId xmlns:a16="http://schemas.microsoft.com/office/drawing/2014/main" id="{F6E784F2-666C-4974-963E-BBE6F1B7003C}"/>
                  </a:ext>
                </a:extLst>
              </p:cNvPr>
              <p:cNvSpPr/>
              <p:nvPr/>
            </p:nvSpPr>
            <p:spPr>
              <a:xfrm>
                <a:off x="6524219" y="-9427"/>
                <a:ext cx="2628900" cy="6867427"/>
              </a:xfrm>
              <a:custGeom>
                <a:avLst/>
                <a:gdLst>
                  <a:gd name="connsiteX0" fmla="*/ 0 w 5092700"/>
                  <a:gd name="connsiteY0" fmla="*/ 9156700 h 9156700"/>
                  <a:gd name="connsiteX1" fmla="*/ 2977345 w 5092700"/>
                  <a:gd name="connsiteY1" fmla="*/ 0 h 9156700"/>
                  <a:gd name="connsiteX2" fmla="*/ 5092700 w 5092700"/>
                  <a:gd name="connsiteY2" fmla="*/ 0 h 9156700"/>
                  <a:gd name="connsiteX3" fmla="*/ 2115355 w 5092700"/>
                  <a:gd name="connsiteY3" fmla="*/ 9156700 h 9156700"/>
                  <a:gd name="connsiteX4" fmla="*/ 0 w 5092700"/>
                  <a:gd name="connsiteY4" fmla="*/ 9156700 h 9156700"/>
                  <a:gd name="connsiteX0" fmla="*/ 0 w 5092700"/>
                  <a:gd name="connsiteY0" fmla="*/ 9156700 h 9156700"/>
                  <a:gd name="connsiteX1" fmla="*/ 2583645 w 5092700"/>
                  <a:gd name="connsiteY1" fmla="*/ 1181100 h 9156700"/>
                  <a:gd name="connsiteX2" fmla="*/ 5092700 w 5092700"/>
                  <a:gd name="connsiteY2" fmla="*/ 0 h 9156700"/>
                  <a:gd name="connsiteX3" fmla="*/ 2115355 w 5092700"/>
                  <a:gd name="connsiteY3" fmla="*/ 9156700 h 9156700"/>
                  <a:gd name="connsiteX4" fmla="*/ 0 w 5092700"/>
                  <a:gd name="connsiteY4" fmla="*/ 9156700 h 9156700"/>
                  <a:gd name="connsiteX0" fmla="*/ 0 w 2628900"/>
                  <a:gd name="connsiteY0" fmla="*/ 7975600 h 7975600"/>
                  <a:gd name="connsiteX1" fmla="*/ 2583645 w 2628900"/>
                  <a:gd name="connsiteY1" fmla="*/ 0 h 7975600"/>
                  <a:gd name="connsiteX2" fmla="*/ 2628900 w 2628900"/>
                  <a:gd name="connsiteY2" fmla="*/ 6400800 h 7975600"/>
                  <a:gd name="connsiteX3" fmla="*/ 2115355 w 2628900"/>
                  <a:gd name="connsiteY3" fmla="*/ 7975600 h 7975600"/>
                  <a:gd name="connsiteX4" fmla="*/ 0 w 2628900"/>
                  <a:gd name="connsiteY4" fmla="*/ 7975600 h 7975600"/>
                  <a:gd name="connsiteX0" fmla="*/ 0 w 2628900"/>
                  <a:gd name="connsiteY0" fmla="*/ 8140700 h 8140700"/>
                  <a:gd name="connsiteX1" fmla="*/ 2621745 w 2628900"/>
                  <a:gd name="connsiteY1" fmla="*/ 0 h 8140700"/>
                  <a:gd name="connsiteX2" fmla="*/ 2628900 w 2628900"/>
                  <a:gd name="connsiteY2" fmla="*/ 6565900 h 8140700"/>
                  <a:gd name="connsiteX3" fmla="*/ 2115355 w 2628900"/>
                  <a:gd name="connsiteY3" fmla="*/ 8140700 h 8140700"/>
                  <a:gd name="connsiteX4" fmla="*/ 0 w 2628900"/>
                  <a:gd name="connsiteY4" fmla="*/ 8140700 h 8140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28900" h="8140700">
                    <a:moveTo>
                      <a:pt x="0" y="8140700"/>
                    </a:moveTo>
                    <a:lnTo>
                      <a:pt x="2621745" y="0"/>
                    </a:lnTo>
                    <a:lnTo>
                      <a:pt x="2628900" y="6565900"/>
                    </a:lnTo>
                    <a:lnTo>
                      <a:pt x="2115355" y="8140700"/>
                    </a:lnTo>
                    <a:lnTo>
                      <a:pt x="0" y="81407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/>
              </a:p>
            </p:txBody>
          </p:sp>
          <p:sp>
            <p:nvSpPr>
              <p:cNvPr id="30" name="Suunnikas 29">
                <a:extLst>
                  <a:ext uri="{FF2B5EF4-FFF2-40B4-BE49-F238E27FC236}">
                    <a16:creationId xmlns:a16="http://schemas.microsoft.com/office/drawing/2014/main" id="{30DC8C8C-4ABB-4784-BB19-3582451BB0D7}"/>
                  </a:ext>
                </a:extLst>
              </p:cNvPr>
              <p:cNvSpPr/>
              <p:nvPr/>
            </p:nvSpPr>
            <p:spPr>
              <a:xfrm flipH="1">
                <a:off x="1244991" y="-9427"/>
                <a:ext cx="5092700" cy="6870700"/>
              </a:xfrm>
              <a:prstGeom prst="parallelogram">
                <a:avLst>
                  <a:gd name="adj" fmla="val 58463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/>
              </a:p>
            </p:txBody>
          </p:sp>
        </p:grpSp>
        <p:grpSp>
          <p:nvGrpSpPr>
            <p:cNvPr id="11" name="Ryhmä 10">
              <a:extLst>
                <a:ext uri="{FF2B5EF4-FFF2-40B4-BE49-F238E27FC236}">
                  <a16:creationId xmlns:a16="http://schemas.microsoft.com/office/drawing/2014/main" id="{502120FB-A92C-43F9-9429-21593650328A}"/>
                </a:ext>
              </a:extLst>
            </p:cNvPr>
            <p:cNvGrpSpPr/>
            <p:nvPr/>
          </p:nvGrpSpPr>
          <p:grpSpPr>
            <a:xfrm>
              <a:off x="2239087" y="4168187"/>
              <a:ext cx="6275144" cy="1981200"/>
              <a:chOff x="2239087" y="4168187"/>
              <a:chExt cx="6275144" cy="1981200"/>
            </a:xfrm>
          </p:grpSpPr>
          <p:sp>
            <p:nvSpPr>
              <p:cNvPr id="21" name="Suorakulmio 20">
                <a:extLst>
                  <a:ext uri="{FF2B5EF4-FFF2-40B4-BE49-F238E27FC236}">
                    <a16:creationId xmlns:a16="http://schemas.microsoft.com/office/drawing/2014/main" id="{9C57A275-B5A1-4454-9E03-F8DBC1EBBD65}"/>
                  </a:ext>
                </a:extLst>
              </p:cNvPr>
              <p:cNvSpPr/>
              <p:nvPr/>
            </p:nvSpPr>
            <p:spPr>
              <a:xfrm>
                <a:off x="2239087" y="4168187"/>
                <a:ext cx="4287673" cy="198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/>
              </a:p>
            </p:txBody>
          </p:sp>
          <p:sp>
            <p:nvSpPr>
              <p:cNvPr id="25" name="Suorakulmio 24">
                <a:extLst>
                  <a:ext uri="{FF2B5EF4-FFF2-40B4-BE49-F238E27FC236}">
                    <a16:creationId xmlns:a16="http://schemas.microsoft.com/office/drawing/2014/main" id="{BC724462-7D09-4489-9B75-58C8ED1D07C7}"/>
                  </a:ext>
                </a:extLst>
              </p:cNvPr>
              <p:cNvSpPr/>
              <p:nvPr/>
            </p:nvSpPr>
            <p:spPr>
              <a:xfrm>
                <a:off x="6526760" y="4168187"/>
                <a:ext cx="1987471" cy="1981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/>
              </a:p>
            </p:txBody>
          </p:sp>
        </p:grpSp>
      </p:grpSp>
      <p:pic>
        <p:nvPicPr>
          <p:cNvPr id="22" name="Kuva 21" descr="Kuva, joka sisältää kohteen teksti&#10;&#10;Kuvaus luotu automaattisesti">
            <a:extLst>
              <a:ext uri="{FF2B5EF4-FFF2-40B4-BE49-F238E27FC236}">
                <a16:creationId xmlns:a16="http://schemas.microsoft.com/office/drawing/2014/main" id="{E48AC5F4-18AF-4D2C-9278-26DFD9146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165" y="593710"/>
            <a:ext cx="1530872" cy="851125"/>
          </a:xfrm>
          <a:prstGeom prst="rect">
            <a:avLst/>
          </a:prstGeom>
        </p:spPr>
      </p:pic>
      <p:sp>
        <p:nvSpPr>
          <p:cNvPr id="24" name="Tekstiruutu 23">
            <a:extLst>
              <a:ext uri="{FF2B5EF4-FFF2-40B4-BE49-F238E27FC236}">
                <a16:creationId xmlns:a16="http://schemas.microsoft.com/office/drawing/2014/main" id="{B6104989-E35E-4303-B7E7-8422654E59C7}"/>
              </a:ext>
            </a:extLst>
          </p:cNvPr>
          <p:cNvSpPr txBox="1"/>
          <p:nvPr/>
        </p:nvSpPr>
        <p:spPr>
          <a:xfrm>
            <a:off x="2488680" y="5033332"/>
            <a:ext cx="37719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i-FI" sz="2800" b="1" dirty="0">
                <a:ea typeface="Helvetica" charset="0"/>
                <a:cs typeface="Helvetica" charset="0"/>
              </a:rPr>
              <a:t>LONGLIST</a:t>
            </a:r>
          </a:p>
          <a:p>
            <a:pPr algn="r"/>
            <a:r>
              <a:rPr lang="en-GB" sz="20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EHS Specialist</a:t>
            </a:r>
          </a:p>
          <a:p>
            <a:pPr algn="r"/>
            <a:r>
              <a:rPr lang="en-GB" sz="2000" dirty="0">
                <a:solidFill>
                  <a:srgbClr val="242424"/>
                </a:solidFill>
                <a:latin typeface="Segoe UI" panose="020B0502040204020203" pitchFamily="34" charset="0"/>
                <a:ea typeface="Helvetica" charset="0"/>
                <a:cs typeface="Helvetica" charset="0"/>
              </a:rPr>
              <a:t>20.10.2025</a:t>
            </a:r>
            <a:endParaRPr lang="en-GB" sz="2000" dirty="0">
              <a:ea typeface="Helvetica" charset="0"/>
              <a:cs typeface="Helvetica" charset="0"/>
            </a:endParaRPr>
          </a:p>
        </p:txBody>
      </p:sp>
      <p:sp>
        <p:nvSpPr>
          <p:cNvPr id="26" name="Tekstiruutu 25">
            <a:extLst>
              <a:ext uri="{FF2B5EF4-FFF2-40B4-BE49-F238E27FC236}">
                <a16:creationId xmlns:a16="http://schemas.microsoft.com/office/drawing/2014/main" id="{58BAECDC-4F21-4A09-AFA4-F8A09B707F86}"/>
              </a:ext>
            </a:extLst>
          </p:cNvPr>
          <p:cNvSpPr txBox="1"/>
          <p:nvPr/>
        </p:nvSpPr>
        <p:spPr>
          <a:xfrm>
            <a:off x="6568464" y="4760971"/>
            <a:ext cx="198747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700" dirty="0">
                <a:solidFill>
                  <a:schemeClr val="accent1"/>
                </a:solidFill>
              </a:rPr>
              <a:t>Leena Mollberg</a:t>
            </a:r>
          </a:p>
          <a:p>
            <a:r>
              <a:rPr lang="fi-FI" sz="1700" dirty="0">
                <a:solidFill>
                  <a:schemeClr val="accent1"/>
                </a:solidFill>
              </a:rPr>
              <a:t>Olli-Pekka Mollberg </a:t>
            </a:r>
            <a:br>
              <a:rPr lang="fi-FI" sz="1700" dirty="0">
                <a:solidFill>
                  <a:schemeClr val="accent1"/>
                </a:solidFill>
              </a:rPr>
            </a:br>
            <a:r>
              <a:rPr lang="fi-FI" sz="1700" dirty="0">
                <a:solidFill>
                  <a:schemeClr val="accent1"/>
                </a:solidFill>
              </a:rPr>
              <a:t>Tuomas Sederholm</a:t>
            </a:r>
          </a:p>
        </p:txBody>
      </p:sp>
      <p:pic>
        <p:nvPicPr>
          <p:cNvPr id="1026" name="Picture 2" descr="Aviator Logo Vector Art, Icons, and Graphics for Free Download">
            <a:extLst>
              <a:ext uri="{FF2B5EF4-FFF2-40B4-BE49-F238E27FC236}">
                <a16:creationId xmlns:a16="http://schemas.microsoft.com/office/drawing/2014/main" id="{54D5DDB8-34A5-27C3-467F-02BEF005D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19" b="18582"/>
          <a:stretch>
            <a:fillRect/>
          </a:stretch>
        </p:blipFill>
        <p:spPr bwMode="auto">
          <a:xfrm>
            <a:off x="2258938" y="4265010"/>
            <a:ext cx="1680556" cy="110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447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4000" y="7128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{?EDUCATION_TEXT_1}</a:t>
            </a:r>
          </a:p>
          <a:p>
            <a:r>
              <a:rPr sz="1300">
                <a:latin typeface="Calibri"/>
              </a:rPr>
              <a:t>{{EDUCATION_TEXT_1}}</a:t>
            </a:r>
          </a:p>
          <a:p>
            <a:r>
              <a:t>{/?EDUCATION_TEXT_1}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200" y="7128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{?WORK_HISTORY_TEXT_1}</a:t>
            </a:r>
          </a:p>
          <a:p>
            <a:r>
              <a:rPr sz="1300">
                <a:latin typeface="Calibri"/>
              </a:rPr>
              <a:t>{{WORK_HISTORY_TEXT_1}}</a:t>
            </a:r>
          </a:p>
          <a:p>
            <a:r>
              <a:t>{/?WORK_HISTORY_TEXT_1}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22284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{?EDUCATION_TEXT_2}</a:t>
            </a:r>
          </a:p>
          <a:p>
            <a:r>
              <a:rPr sz="1300">
                <a:latin typeface="Calibri"/>
              </a:rPr>
              <a:t>{{EDUCATION_TEXT_2}}</a:t>
            </a:r>
          </a:p>
          <a:p>
            <a:r>
              <a:t>{/?EDUCATION_TEXT_2}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200" y="22284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{?WORK_HISTORY_TEXT_2}</a:t>
            </a:r>
          </a:p>
          <a:p>
            <a:r>
              <a:rPr sz="1300">
                <a:latin typeface="Calibri"/>
              </a:rPr>
              <a:t>{{WORK_HISTORY_TEXT_2}}</a:t>
            </a:r>
          </a:p>
          <a:p>
            <a:r>
              <a:t>{/?WORK_HISTORY_TEXT_2}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3769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{?EDUCATION_TEXT_3}</a:t>
            </a:r>
          </a:p>
          <a:p>
            <a:r>
              <a:rPr sz="1300">
                <a:latin typeface="Calibri"/>
              </a:rPr>
              <a:t>{{EDUCATION_TEXT_3}}</a:t>
            </a:r>
          </a:p>
          <a:p>
            <a:r>
              <a:t>{/?EDUCATION_TEXT_3}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9200" y="3769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{?WORK_HISTORY_TEXT_3}</a:t>
            </a:r>
          </a:p>
          <a:p>
            <a:r>
              <a:rPr sz="1300">
                <a:latin typeface="Calibri"/>
              </a:rPr>
              <a:t>{{WORK_HISTORY_TEXT_3}}</a:t>
            </a:r>
          </a:p>
          <a:p>
            <a:r>
              <a:t>{/?WORK_HISTORY_TEXT_3}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5497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{?EDUCATION_TEXT_4}</a:t>
            </a:r>
          </a:p>
          <a:p>
            <a:r>
              <a:rPr sz="1300">
                <a:latin typeface="Calibri"/>
              </a:rPr>
              <a:t>{{EDUCATION_TEXT_4}}</a:t>
            </a:r>
          </a:p>
          <a:p>
            <a:r>
              <a:t>{/?EDUCATION_TEXT_4}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9200" y="5497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{?WORK_HISTORY_TEXT_4}</a:t>
            </a:r>
          </a:p>
          <a:p>
            <a:r>
              <a:rPr sz="1300">
                <a:latin typeface="Calibri"/>
              </a:rPr>
              <a:t>{{WORK_HISTORY_TEXT_4}}</a:t>
            </a:r>
          </a:p>
          <a:p>
            <a:r>
              <a:t>{/?WORK_HISTORY_TEXT_4}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712800"/>
            <a:ext cx="234000" cy="165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2228400"/>
            <a:ext cx="234000" cy="165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3769200"/>
            <a:ext cx="234000" cy="165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5497200"/>
            <a:ext cx="234000" cy="16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4000" y="7128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{?EDUCATION_TEXT_5}</a:t>
            </a:r>
          </a:p>
          <a:p>
            <a:r>
              <a:rPr sz="1300">
                <a:latin typeface="Calibri"/>
              </a:rPr>
              <a:t>{{EDUCATION_TEXT_5}}</a:t>
            </a:r>
          </a:p>
          <a:p>
            <a:r>
              <a:t>{/?EDUCATION_TEXT_5}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200" y="7128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{?WORK_HISTORY_TEXT_5}</a:t>
            </a:r>
          </a:p>
          <a:p>
            <a:r>
              <a:rPr sz="1300">
                <a:latin typeface="Calibri"/>
              </a:rPr>
              <a:t>{{WORK_HISTORY_TEXT_5}}</a:t>
            </a:r>
          </a:p>
          <a:p>
            <a:r>
              <a:t>{/?WORK_HISTORY_TEXT_5}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22284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{?EDUCATION_TEXT_6}</a:t>
            </a:r>
          </a:p>
          <a:p>
            <a:r>
              <a:rPr sz="1300">
                <a:latin typeface="Calibri"/>
              </a:rPr>
              <a:t>{{EDUCATION_TEXT_6}}</a:t>
            </a:r>
          </a:p>
          <a:p>
            <a:r>
              <a:t>{/?EDUCATION_TEXT_6}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200" y="22284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{?WORK_HISTORY_TEXT_6}</a:t>
            </a:r>
          </a:p>
          <a:p>
            <a:r>
              <a:rPr sz="1300">
                <a:latin typeface="Calibri"/>
              </a:rPr>
              <a:t>{{WORK_HISTORY_TEXT_6}}</a:t>
            </a:r>
          </a:p>
          <a:p>
            <a:r>
              <a:t>{/?WORK_HISTORY_TEXT_6}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3769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{?EDUCATION_TEXT_7}</a:t>
            </a:r>
          </a:p>
          <a:p>
            <a:r>
              <a:rPr sz="1300">
                <a:latin typeface="Calibri"/>
              </a:rPr>
              <a:t>{{EDUCATION_TEXT_7}}</a:t>
            </a:r>
          </a:p>
          <a:p>
            <a:r>
              <a:t>{/?EDUCATION_TEXT_7}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9200" y="3769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{?WORK_HISTORY_TEXT_7}</a:t>
            </a:r>
          </a:p>
          <a:p>
            <a:r>
              <a:rPr sz="1300">
                <a:latin typeface="Calibri"/>
              </a:rPr>
              <a:t>{{WORK_HISTORY_TEXT_7}}</a:t>
            </a:r>
          </a:p>
          <a:p>
            <a:r>
              <a:t>{/?WORK_HISTORY_TEXT_7}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5497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{?EDUCATION_TEXT_8}</a:t>
            </a:r>
          </a:p>
          <a:p>
            <a:r>
              <a:rPr sz="1300">
                <a:latin typeface="Calibri"/>
              </a:rPr>
              <a:t>{{EDUCATION_TEXT_8}}</a:t>
            </a:r>
          </a:p>
          <a:p>
            <a:r>
              <a:t>{/?EDUCATION_TEXT_8}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9200" y="5497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{?WORK_HISTORY_TEXT_8}</a:t>
            </a:r>
          </a:p>
          <a:p>
            <a:r>
              <a:rPr sz="1300">
                <a:latin typeface="Calibri"/>
              </a:rPr>
              <a:t>{{WORK_HISTORY_TEXT_8}}</a:t>
            </a:r>
          </a:p>
          <a:p>
            <a:r>
              <a:t>{/?WORK_HISTORY_TEXT_8}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712800"/>
            <a:ext cx="234000" cy="165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2228400"/>
            <a:ext cx="234000" cy="165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3769200"/>
            <a:ext cx="234000" cy="165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5497200"/>
            <a:ext cx="234000" cy="165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4000" y="7128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{?EDUCATION_TEXT_9}</a:t>
            </a:r>
          </a:p>
          <a:p>
            <a:r>
              <a:rPr sz="1300">
                <a:latin typeface="Calibri"/>
              </a:rPr>
              <a:t>{{EDUCATION_TEXT_9}}</a:t>
            </a:r>
          </a:p>
          <a:p>
            <a:r>
              <a:t>{/?EDUCATION_TEXT_9}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200" y="7128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{?WORK_HISTORY_TEXT_9}</a:t>
            </a:r>
          </a:p>
          <a:p>
            <a:r>
              <a:rPr sz="1300">
                <a:latin typeface="Calibri"/>
              </a:rPr>
              <a:t>{{WORK_HISTORY_TEXT_9}}</a:t>
            </a:r>
          </a:p>
          <a:p>
            <a:r>
              <a:t>{/?WORK_HISTORY_TEXT_9}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2228400"/>
            <a:ext cx="3607200" cy="11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dirty="0"/>
              <a:t>{?EDUCATION_TEXT_1</a:t>
            </a:r>
            <a:r>
              <a:rPr lang="en-GB" dirty="0"/>
              <a:t>0</a:t>
            </a:r>
            <a:r>
              <a:rPr dirty="0"/>
              <a:t>}</a:t>
            </a:r>
          </a:p>
          <a:p>
            <a:r>
              <a:rPr sz="1300" dirty="0">
                <a:latin typeface="Calibri"/>
              </a:rPr>
              <a:t>{{EDUCATION_TEXT_1}}</a:t>
            </a:r>
          </a:p>
          <a:p>
            <a:r>
              <a:rPr dirty="0"/>
              <a:t>{/?EDUCATION_TEXT_1</a:t>
            </a:r>
            <a:r>
              <a:rPr lang="en-GB" dirty="0"/>
              <a:t>0</a:t>
            </a:r>
            <a:r>
              <a:rPr dirty="0"/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200" y="2228400"/>
            <a:ext cx="4734000" cy="11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dirty="0"/>
              <a:t>{?WORK_HISTORY_TEXT_1</a:t>
            </a:r>
            <a:r>
              <a:rPr lang="en-GB" dirty="0"/>
              <a:t>0</a:t>
            </a:r>
            <a:r>
              <a:rPr dirty="0"/>
              <a:t>}</a:t>
            </a:r>
          </a:p>
          <a:p>
            <a:r>
              <a:rPr sz="1300" dirty="0">
                <a:latin typeface="Calibri"/>
              </a:rPr>
              <a:t>{{WORK_HISTORY_TEXT_1}}</a:t>
            </a:r>
          </a:p>
          <a:p>
            <a:r>
              <a:rPr dirty="0"/>
              <a:t>{/?WORK_HISTORY_TEXT_1</a:t>
            </a:r>
            <a:r>
              <a:rPr lang="en-GB" dirty="0"/>
              <a:t>0</a:t>
            </a:r>
            <a:r>
              <a:rPr dirty="0"/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3769200"/>
            <a:ext cx="3607200" cy="11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dirty="0"/>
              <a:t>{?EDUCATION_TEXT_1</a:t>
            </a:r>
            <a:r>
              <a:rPr lang="en-GB" dirty="0"/>
              <a:t>1</a:t>
            </a:r>
            <a:r>
              <a:rPr dirty="0"/>
              <a:t>}</a:t>
            </a:r>
          </a:p>
          <a:p>
            <a:r>
              <a:rPr sz="1300" dirty="0">
                <a:latin typeface="Calibri"/>
              </a:rPr>
              <a:t>{{EDUCATION_TEXT_1}}</a:t>
            </a:r>
          </a:p>
          <a:p>
            <a:r>
              <a:rPr dirty="0"/>
              <a:t>{/?EDUCATION_TEXT_1</a:t>
            </a:r>
            <a:r>
              <a:rPr lang="en-GB" dirty="0"/>
              <a:t>1</a:t>
            </a:r>
            <a:r>
              <a:rPr dirty="0"/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9200" y="3769200"/>
            <a:ext cx="4734000" cy="11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dirty="0"/>
              <a:t>{?WORK_HISTORY_TEXT_1</a:t>
            </a:r>
            <a:r>
              <a:rPr lang="en-GB" dirty="0"/>
              <a:t>1</a:t>
            </a:r>
            <a:r>
              <a:rPr dirty="0"/>
              <a:t>}</a:t>
            </a:r>
          </a:p>
          <a:p>
            <a:r>
              <a:rPr sz="1300" dirty="0">
                <a:latin typeface="Calibri"/>
              </a:rPr>
              <a:t>{{WORK_HISTORY_TEXT_1}}</a:t>
            </a:r>
          </a:p>
          <a:p>
            <a:r>
              <a:rPr dirty="0"/>
              <a:t>{/?WORK_HISTORY_TEXT_1</a:t>
            </a:r>
            <a:r>
              <a:rPr lang="en-GB" dirty="0"/>
              <a:t>1</a:t>
            </a:r>
            <a:r>
              <a:rPr dirty="0"/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5497200"/>
            <a:ext cx="3607200" cy="11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dirty="0"/>
              <a:t>{?EDUCATION_TEXT_1</a:t>
            </a:r>
            <a:r>
              <a:rPr lang="en-GB" dirty="0"/>
              <a:t>2</a:t>
            </a:r>
            <a:r>
              <a:rPr dirty="0"/>
              <a:t>}</a:t>
            </a:r>
          </a:p>
          <a:p>
            <a:r>
              <a:rPr sz="1300" dirty="0">
                <a:latin typeface="Calibri"/>
              </a:rPr>
              <a:t>{{EDUCATION_TEXT_1}}</a:t>
            </a:r>
          </a:p>
          <a:p>
            <a:r>
              <a:rPr dirty="0"/>
              <a:t>{/?EDUCATION_TEXT_1</a:t>
            </a:r>
            <a:r>
              <a:rPr lang="en-GB" dirty="0"/>
              <a:t>2</a:t>
            </a:r>
            <a:r>
              <a:rPr dirty="0"/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9200" y="5497200"/>
            <a:ext cx="4734000" cy="11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dirty="0"/>
              <a:t>{?WORK_HISTORY_TEXT_1</a:t>
            </a:r>
            <a:r>
              <a:rPr lang="en-GB" dirty="0"/>
              <a:t>2</a:t>
            </a:r>
            <a:r>
              <a:rPr dirty="0"/>
              <a:t>}</a:t>
            </a:r>
          </a:p>
          <a:p>
            <a:r>
              <a:rPr sz="1300" dirty="0">
                <a:latin typeface="Calibri"/>
              </a:rPr>
              <a:t>{{WORK_HISTORY_TEXT_1}}</a:t>
            </a:r>
          </a:p>
          <a:p>
            <a:r>
              <a:rPr dirty="0"/>
              <a:t>{/?WORK_HISTORY_TEXT_1</a:t>
            </a:r>
            <a:r>
              <a:rPr lang="en-GB" dirty="0"/>
              <a:t>2</a:t>
            </a:r>
            <a:r>
              <a:rPr dirty="0"/>
              <a:t>}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712800"/>
            <a:ext cx="234000" cy="165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2228400"/>
            <a:ext cx="234000" cy="165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3769200"/>
            <a:ext cx="234000" cy="165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5497200"/>
            <a:ext cx="234000" cy="16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4000" y="7128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{?EDUCATION_TEXT_13}</a:t>
            </a:r>
          </a:p>
          <a:p>
            <a:r>
              <a:rPr sz="1300">
                <a:latin typeface="Calibri"/>
              </a:rPr>
              <a:t>{{EDUCATION_TEXT_13}}</a:t>
            </a:r>
          </a:p>
          <a:p>
            <a:r>
              <a:t>{/?EDUCATION_TEXT_13}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200" y="7128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{?WORK_HISTORY_TEXT_13}</a:t>
            </a:r>
          </a:p>
          <a:p>
            <a:r>
              <a:rPr sz="1300">
                <a:latin typeface="Calibri"/>
              </a:rPr>
              <a:t>{{WORK_HISTORY_TEXT_13}}</a:t>
            </a:r>
          </a:p>
          <a:p>
            <a:r>
              <a:t>{/?WORK_HISTORY_TEXT_13}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22284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{?EDUCATION_TEXT_14}</a:t>
            </a:r>
          </a:p>
          <a:p>
            <a:r>
              <a:rPr sz="1300">
                <a:latin typeface="Calibri"/>
              </a:rPr>
              <a:t>{{EDUCATION_TEXT_14}}</a:t>
            </a:r>
          </a:p>
          <a:p>
            <a:r>
              <a:t>{/?EDUCATION_TEXT_14}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200" y="22284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{?WORK_HISTORY_TEXT_14}</a:t>
            </a:r>
          </a:p>
          <a:p>
            <a:r>
              <a:rPr sz="1300">
                <a:latin typeface="Calibri"/>
              </a:rPr>
              <a:t>{{WORK_HISTORY_TEXT_14}}</a:t>
            </a:r>
          </a:p>
          <a:p>
            <a:r>
              <a:t>{/?WORK_HISTORY_TEXT_14}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3769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{?EDUCATION_TEXT_15}</a:t>
            </a:r>
          </a:p>
          <a:p>
            <a:r>
              <a:rPr sz="1300">
                <a:latin typeface="Calibri"/>
              </a:rPr>
              <a:t>{{EDUCATION_TEXT_15}}</a:t>
            </a:r>
          </a:p>
          <a:p>
            <a:r>
              <a:t>{/?EDUCATION_TEXT_15}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9200" y="3769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{?WORK_HISTORY_TEXT_15}</a:t>
            </a:r>
          </a:p>
          <a:p>
            <a:r>
              <a:rPr sz="1300">
                <a:latin typeface="Calibri"/>
              </a:rPr>
              <a:t>{{WORK_HISTORY_TEXT_15}}</a:t>
            </a:r>
          </a:p>
          <a:p>
            <a:r>
              <a:t>{/?WORK_HISTORY_TEXT_15}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5497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{?EDUCATION_TEXT_16}</a:t>
            </a:r>
          </a:p>
          <a:p>
            <a:r>
              <a:rPr sz="1300">
                <a:latin typeface="Calibri"/>
              </a:rPr>
              <a:t>{{EDUCATION_TEXT_16}}</a:t>
            </a:r>
          </a:p>
          <a:p>
            <a:r>
              <a:t>{/?EDUCATION_TEXT_16}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9200" y="5497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{?WORK_HISTORY_TEXT_16}</a:t>
            </a:r>
          </a:p>
          <a:p>
            <a:r>
              <a:rPr sz="1300">
                <a:latin typeface="Calibri"/>
              </a:rPr>
              <a:t>{{WORK_HISTORY_TEXT_16}}</a:t>
            </a:r>
          </a:p>
          <a:p>
            <a:r>
              <a:t>{/?WORK_HISTORY_TEXT_16}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712800"/>
            <a:ext cx="234000" cy="165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2228400"/>
            <a:ext cx="234000" cy="165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3769200"/>
            <a:ext cx="234000" cy="165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5497200"/>
            <a:ext cx="234000" cy="16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4000" y="7128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{?EDUCATION_TEXT_17}</a:t>
            </a:r>
          </a:p>
          <a:p>
            <a:r>
              <a:rPr sz="1300">
                <a:latin typeface="Calibri"/>
              </a:rPr>
              <a:t>{{EDUCATION_TEXT_17}}</a:t>
            </a:r>
          </a:p>
          <a:p>
            <a:r>
              <a:t>{/?EDUCATION_TEXT_17}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9200" y="7128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{?WORK_HISTORY_TEXT_17}</a:t>
            </a:r>
          </a:p>
          <a:p>
            <a:r>
              <a:rPr sz="1300">
                <a:latin typeface="Calibri"/>
              </a:rPr>
              <a:t>{{WORK_HISTORY_TEXT_17}}</a:t>
            </a:r>
          </a:p>
          <a:p>
            <a:r>
              <a:t>{/?WORK_HISTORY_TEXT_17}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22284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{?EDUCATION_TEXT_18}</a:t>
            </a:r>
          </a:p>
          <a:p>
            <a:r>
              <a:rPr sz="1300">
                <a:latin typeface="Calibri"/>
              </a:rPr>
              <a:t>{{EDUCATION_TEXT_18}}</a:t>
            </a:r>
          </a:p>
          <a:p>
            <a:r>
              <a:t>{/?EDUCATION_TEXT_18}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200" y="22284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{?WORK_HISTORY_TEXT_18}</a:t>
            </a:r>
          </a:p>
          <a:p>
            <a:r>
              <a:rPr sz="1300">
                <a:latin typeface="Calibri"/>
              </a:rPr>
              <a:t>{{WORK_HISTORY_TEXT_18}}</a:t>
            </a:r>
          </a:p>
          <a:p>
            <a:r>
              <a:t>{/?WORK_HISTORY_TEXT_18}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3769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{?EDUCATION_TEXT_19}</a:t>
            </a:r>
          </a:p>
          <a:p>
            <a:r>
              <a:rPr sz="1300">
                <a:latin typeface="Calibri"/>
              </a:rPr>
              <a:t>{{EDUCATION_TEXT_19}}</a:t>
            </a:r>
          </a:p>
          <a:p>
            <a:r>
              <a:t>{/?EDUCATION_TEXT_19}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9200" y="3769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{?WORK_HISTORY_TEXT_19}</a:t>
            </a:r>
          </a:p>
          <a:p>
            <a:r>
              <a:rPr sz="1300">
                <a:latin typeface="Calibri"/>
              </a:rPr>
              <a:t>{{WORK_HISTORY_TEXT_19}}</a:t>
            </a:r>
          </a:p>
          <a:p>
            <a:r>
              <a:t>{/?WORK_HISTORY_TEXT_19}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5497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{?EDUCATION_TEXT_20}</a:t>
            </a:r>
          </a:p>
          <a:p>
            <a:r>
              <a:rPr sz="1300">
                <a:latin typeface="Calibri"/>
              </a:rPr>
              <a:t>{{EDUCATION_TEXT_20}}</a:t>
            </a:r>
          </a:p>
          <a:p>
            <a:r>
              <a:t>{/?EDUCATION_TEXT_20}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9200" y="5497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{?WORK_HISTORY_TEXT_20}</a:t>
            </a:r>
          </a:p>
          <a:p>
            <a:r>
              <a:rPr sz="1300">
                <a:latin typeface="Calibri"/>
              </a:rPr>
              <a:t>{{WORK_HISTORY_TEXT_20}}</a:t>
            </a:r>
          </a:p>
          <a:p>
            <a:r>
              <a:t>{/?WORK_HISTORY_TEXT_20}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712800"/>
            <a:ext cx="234000" cy="165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2228400"/>
            <a:ext cx="234000" cy="165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3769200"/>
            <a:ext cx="234000" cy="165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5497200"/>
            <a:ext cx="234000" cy="165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AC3BD-62CB-5E25-852E-54E8B4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594B004-0BAC-FFBE-8EBA-ADE19B3E6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712800"/>
            <a:ext cx="234000" cy="1656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F4B58E3-8A7D-DAEE-08CC-4F885BB8E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2228400"/>
            <a:ext cx="234000" cy="1656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16556E1C-EB36-9596-006F-0ACC14810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3769200"/>
            <a:ext cx="234000" cy="1656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B6772883-5B15-F676-785A-A0CECC296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5497200"/>
            <a:ext cx="234000" cy="16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2972FE-5FEF-3BD0-5CA3-BC5FB5E3C350}"/>
              </a:ext>
            </a:extLst>
          </p:cNvPr>
          <p:cNvSpPr txBox="1"/>
          <p:nvPr/>
        </p:nvSpPr>
        <p:spPr>
          <a:xfrm>
            <a:off x="684000" y="7128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{?EDUCATION_TEXT_21}</a:t>
            </a:r>
          </a:p>
          <a:p>
            <a:r>
              <a:rPr sz="1300">
                <a:latin typeface="Calibri"/>
              </a:rPr>
              <a:t>{{EDUCATION_TEXT_21}}</a:t>
            </a:r>
          </a:p>
          <a:p>
            <a:r>
              <a:t>{/?EDUCATION_TEXT_21}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CA6E27-7D08-0D05-57FE-4FB0F65D3CFA}"/>
              </a:ext>
            </a:extLst>
          </p:cNvPr>
          <p:cNvSpPr txBox="1"/>
          <p:nvPr/>
        </p:nvSpPr>
        <p:spPr>
          <a:xfrm>
            <a:off x="4399200" y="7128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{?WORK_HISTORY_TEXT_21}</a:t>
            </a:r>
          </a:p>
          <a:p>
            <a:r>
              <a:rPr sz="1300">
                <a:latin typeface="Calibri"/>
              </a:rPr>
              <a:t>{{WORK_HISTORY_TEXT_21}}</a:t>
            </a:r>
          </a:p>
          <a:p>
            <a:r>
              <a:t>{/?WORK_HISTORY_TEXT_21}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C38AA6-41FE-1BAD-2C61-5EF705B04E15}"/>
              </a:ext>
            </a:extLst>
          </p:cNvPr>
          <p:cNvSpPr txBox="1"/>
          <p:nvPr/>
        </p:nvSpPr>
        <p:spPr>
          <a:xfrm>
            <a:off x="684000" y="22284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{?EDUCATION_TEXT_22}</a:t>
            </a:r>
          </a:p>
          <a:p>
            <a:r>
              <a:rPr sz="1300">
                <a:latin typeface="Calibri"/>
              </a:rPr>
              <a:t>{{EDUCATION_TEXT_22}}</a:t>
            </a:r>
          </a:p>
          <a:p>
            <a:r>
              <a:t>{/?EDUCATION_TEXT_22}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2E575E-1716-B9FE-AF28-26A778833F41}"/>
              </a:ext>
            </a:extLst>
          </p:cNvPr>
          <p:cNvSpPr txBox="1"/>
          <p:nvPr/>
        </p:nvSpPr>
        <p:spPr>
          <a:xfrm>
            <a:off x="4399200" y="22284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{?WORK_HISTORY_TEXT_22}</a:t>
            </a:r>
          </a:p>
          <a:p>
            <a:r>
              <a:rPr sz="1300">
                <a:latin typeface="Calibri"/>
              </a:rPr>
              <a:t>{{WORK_HISTORY_TEXT_22}}</a:t>
            </a:r>
          </a:p>
          <a:p>
            <a:r>
              <a:t>{/?WORK_HISTORY_TEXT_22}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47741B-102D-E6F4-8F19-9FADE3A3B55D}"/>
              </a:ext>
            </a:extLst>
          </p:cNvPr>
          <p:cNvSpPr txBox="1"/>
          <p:nvPr/>
        </p:nvSpPr>
        <p:spPr>
          <a:xfrm>
            <a:off x="684000" y="3769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{?EDUCATION_TEXT_23}</a:t>
            </a:r>
          </a:p>
          <a:p>
            <a:r>
              <a:rPr sz="1300">
                <a:latin typeface="Calibri"/>
              </a:rPr>
              <a:t>{{EDUCATION_TEXT_23}}</a:t>
            </a:r>
          </a:p>
          <a:p>
            <a:r>
              <a:t>{/?EDUCATION_TEXT_23}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E7523F-EF62-EE69-C2EF-F5802A54C24E}"/>
              </a:ext>
            </a:extLst>
          </p:cNvPr>
          <p:cNvSpPr txBox="1"/>
          <p:nvPr/>
        </p:nvSpPr>
        <p:spPr>
          <a:xfrm>
            <a:off x="4399200" y="3769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{?WORK_HISTORY_TEXT_23}</a:t>
            </a:r>
          </a:p>
          <a:p>
            <a:r>
              <a:rPr sz="1300">
                <a:latin typeface="Calibri"/>
              </a:rPr>
              <a:t>{{WORK_HISTORY_TEXT_23}}</a:t>
            </a:r>
          </a:p>
          <a:p>
            <a:r>
              <a:t>{/?WORK_HISTORY_TEXT_23}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87291E-98EA-E43B-298F-ED31F585A527}"/>
              </a:ext>
            </a:extLst>
          </p:cNvPr>
          <p:cNvSpPr txBox="1"/>
          <p:nvPr/>
        </p:nvSpPr>
        <p:spPr>
          <a:xfrm>
            <a:off x="684000" y="5497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{?EDUCATION_TEXT_24}</a:t>
            </a:r>
          </a:p>
          <a:p>
            <a:r>
              <a:rPr sz="1300">
                <a:latin typeface="Calibri"/>
              </a:rPr>
              <a:t>{{EDUCATION_TEXT_24}}</a:t>
            </a:r>
          </a:p>
          <a:p>
            <a:r>
              <a:t>{/?EDUCATION_TEXT_24}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1E932C-FF4C-6C47-A3DA-C86D8018AF26}"/>
              </a:ext>
            </a:extLst>
          </p:cNvPr>
          <p:cNvSpPr txBox="1"/>
          <p:nvPr/>
        </p:nvSpPr>
        <p:spPr>
          <a:xfrm>
            <a:off x="4399200" y="5497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{?WORK_HISTORY_TEXT_24}</a:t>
            </a:r>
          </a:p>
          <a:p>
            <a:r>
              <a:rPr sz="1300">
                <a:latin typeface="Calibri"/>
              </a:rPr>
              <a:t>{{WORK_HISTORY_TEXT_24}}</a:t>
            </a:r>
          </a:p>
          <a:p>
            <a:r>
              <a:t>{/?WORK_HISTORY_TEXT_24}</a:t>
            </a:r>
          </a:p>
        </p:txBody>
      </p:sp>
    </p:spTree>
    <p:extLst>
      <p:ext uri="{BB962C8B-B14F-4D97-AF65-F5344CB8AC3E}">
        <p14:creationId xmlns:p14="http://schemas.microsoft.com/office/powerpoint/2010/main" val="1806212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624CD-9810-41E8-D79F-1CBD3DE60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FD151E8-BC21-1BA4-DF42-8175A302E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712800"/>
            <a:ext cx="234000" cy="1656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E1264B8-27FF-82C2-87CA-4E46F37F4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2228400"/>
            <a:ext cx="234000" cy="1656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325DA16-AC03-2C29-A3D9-C3836BAFC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3769200"/>
            <a:ext cx="234000" cy="1656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404AE585-2F95-CAC7-E223-B74AAE240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5497200"/>
            <a:ext cx="234000" cy="16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8D811B-23D6-5C07-4E31-623CCE10C0A1}"/>
              </a:ext>
            </a:extLst>
          </p:cNvPr>
          <p:cNvSpPr txBox="1"/>
          <p:nvPr/>
        </p:nvSpPr>
        <p:spPr>
          <a:xfrm>
            <a:off x="684000" y="7128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{?EDUCATION_TEXT_25}</a:t>
            </a:r>
          </a:p>
          <a:p>
            <a:r>
              <a:rPr sz="1300">
                <a:latin typeface="Calibri"/>
              </a:rPr>
              <a:t>{{EDUCATION_TEXT_25}}</a:t>
            </a:r>
          </a:p>
          <a:p>
            <a:r>
              <a:t>{/?EDUCATION_TEXT_25}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41BB57-25F5-E99F-C5B6-29D9C9BC1446}"/>
              </a:ext>
            </a:extLst>
          </p:cNvPr>
          <p:cNvSpPr txBox="1"/>
          <p:nvPr/>
        </p:nvSpPr>
        <p:spPr>
          <a:xfrm>
            <a:off x="4399200" y="7128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{?WORK_HISTORY_TEXT_25}</a:t>
            </a:r>
          </a:p>
          <a:p>
            <a:r>
              <a:rPr sz="1300">
                <a:latin typeface="Calibri"/>
              </a:rPr>
              <a:t>{{WORK_HISTORY_TEXT_25}}</a:t>
            </a:r>
          </a:p>
          <a:p>
            <a:r>
              <a:t>{/?WORK_HISTORY_TEXT_25}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C79A0C-49C2-7965-9D4F-6E3E4CD424AA}"/>
              </a:ext>
            </a:extLst>
          </p:cNvPr>
          <p:cNvSpPr txBox="1"/>
          <p:nvPr/>
        </p:nvSpPr>
        <p:spPr>
          <a:xfrm>
            <a:off x="684000" y="22284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{?EDUCATION_TEXT_26}</a:t>
            </a:r>
          </a:p>
          <a:p>
            <a:r>
              <a:rPr sz="1300">
                <a:latin typeface="Calibri"/>
              </a:rPr>
              <a:t>{{EDUCATION_TEXT_26}}</a:t>
            </a:r>
          </a:p>
          <a:p>
            <a:r>
              <a:t>{/?EDUCATION_TEXT_26}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AA95F1-C31D-ECD0-E524-F0E7B14CB79C}"/>
              </a:ext>
            </a:extLst>
          </p:cNvPr>
          <p:cNvSpPr txBox="1"/>
          <p:nvPr/>
        </p:nvSpPr>
        <p:spPr>
          <a:xfrm>
            <a:off x="4399200" y="22284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{?WORK_HISTORY_TEXT_26}</a:t>
            </a:r>
          </a:p>
          <a:p>
            <a:r>
              <a:rPr sz="1300">
                <a:latin typeface="Calibri"/>
              </a:rPr>
              <a:t>{{WORK_HISTORY_TEXT_26}}</a:t>
            </a:r>
          </a:p>
          <a:p>
            <a:r>
              <a:t>{/?WORK_HISTORY_TEXT_26}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7033FC-3D1C-CA9D-5A6E-5D837D6ECDC0}"/>
              </a:ext>
            </a:extLst>
          </p:cNvPr>
          <p:cNvSpPr txBox="1"/>
          <p:nvPr/>
        </p:nvSpPr>
        <p:spPr>
          <a:xfrm>
            <a:off x="684000" y="3769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{?EDUCATION_TEXT_27}</a:t>
            </a:r>
          </a:p>
          <a:p>
            <a:r>
              <a:rPr sz="1300">
                <a:latin typeface="Calibri"/>
              </a:rPr>
              <a:t>{{EDUCATION_TEXT_27}}</a:t>
            </a:r>
          </a:p>
          <a:p>
            <a:r>
              <a:t>{/?EDUCATION_TEXT_27}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33E9E0-E3AF-63BC-F969-6D7F75A9718E}"/>
              </a:ext>
            </a:extLst>
          </p:cNvPr>
          <p:cNvSpPr txBox="1"/>
          <p:nvPr/>
        </p:nvSpPr>
        <p:spPr>
          <a:xfrm>
            <a:off x="4399200" y="3769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{?WORK_HISTORY_TEXT_27}</a:t>
            </a:r>
          </a:p>
          <a:p>
            <a:r>
              <a:rPr sz="1300">
                <a:latin typeface="Calibri"/>
              </a:rPr>
              <a:t>{{WORK_HISTORY_TEXT_27}}</a:t>
            </a:r>
          </a:p>
          <a:p>
            <a:r>
              <a:t>{/?WORK_HISTORY_TEXT_27}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075789-DEB7-5A4E-868F-FC43A970210D}"/>
              </a:ext>
            </a:extLst>
          </p:cNvPr>
          <p:cNvSpPr txBox="1"/>
          <p:nvPr/>
        </p:nvSpPr>
        <p:spPr>
          <a:xfrm>
            <a:off x="684000" y="5497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{?EDUCATION_TEXT_28}</a:t>
            </a:r>
          </a:p>
          <a:p>
            <a:r>
              <a:rPr sz="1300">
                <a:latin typeface="Calibri"/>
              </a:rPr>
              <a:t>{{EDUCATION_TEXT_28}}</a:t>
            </a:r>
          </a:p>
          <a:p>
            <a:r>
              <a:t>{/?EDUCATION_TEXT_28}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D5ADE2-1F10-227B-1C69-E43DC049BB53}"/>
              </a:ext>
            </a:extLst>
          </p:cNvPr>
          <p:cNvSpPr txBox="1"/>
          <p:nvPr/>
        </p:nvSpPr>
        <p:spPr>
          <a:xfrm>
            <a:off x="4399200" y="5497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{?WORK_HISTORY_TEXT_28}</a:t>
            </a:r>
          </a:p>
          <a:p>
            <a:r>
              <a:rPr sz="1300">
                <a:latin typeface="Calibri"/>
              </a:rPr>
              <a:t>{{WORK_HISTORY_TEXT_28}}</a:t>
            </a:r>
          </a:p>
          <a:p>
            <a:r>
              <a:t>{/?WORK_HISTORY_TEXT_28}</a:t>
            </a:r>
          </a:p>
        </p:txBody>
      </p:sp>
    </p:spTree>
    <p:extLst>
      <p:ext uri="{BB962C8B-B14F-4D97-AF65-F5344CB8AC3E}">
        <p14:creationId xmlns:p14="http://schemas.microsoft.com/office/powerpoint/2010/main" val="3497652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C4CCE-24E5-B24B-A98A-81AB9DC98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73192E7-31F1-D9AD-A79B-38C6435EF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712800"/>
            <a:ext cx="234000" cy="1656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9237B08-BF3C-9948-C6DB-1A124388C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2228400"/>
            <a:ext cx="234000" cy="1656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380B369-6563-891E-E76A-D8D244592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3769200"/>
            <a:ext cx="234000" cy="1656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BFAE40C1-F62C-5BB1-9835-7421BC31B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5497200"/>
            <a:ext cx="234000" cy="16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A7881A-BF7C-CFBC-C089-C9EA496A7318}"/>
              </a:ext>
            </a:extLst>
          </p:cNvPr>
          <p:cNvSpPr txBox="1"/>
          <p:nvPr/>
        </p:nvSpPr>
        <p:spPr>
          <a:xfrm>
            <a:off x="684000" y="7128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{?EDUCATION_TEXT_29}</a:t>
            </a:r>
          </a:p>
          <a:p>
            <a:r>
              <a:rPr sz="1300">
                <a:latin typeface="Calibri"/>
              </a:rPr>
              <a:t>{{EDUCATION_TEXT_29}}</a:t>
            </a:r>
          </a:p>
          <a:p>
            <a:r>
              <a:t>{/?EDUCATION_TEXT_29}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56073F-3A5E-B7A3-FF7E-737B249B5FA5}"/>
              </a:ext>
            </a:extLst>
          </p:cNvPr>
          <p:cNvSpPr txBox="1"/>
          <p:nvPr/>
        </p:nvSpPr>
        <p:spPr>
          <a:xfrm>
            <a:off x="4399200" y="7128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{?WORK_HISTORY_TEXT_29}</a:t>
            </a:r>
          </a:p>
          <a:p>
            <a:r>
              <a:rPr sz="1300">
                <a:latin typeface="Calibri"/>
              </a:rPr>
              <a:t>{{WORK_HISTORY_TEXT_29}}</a:t>
            </a:r>
          </a:p>
          <a:p>
            <a:r>
              <a:t>{/?WORK_HISTORY_TEXT_29}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3E6904-D365-CD81-263E-626849A59C5E}"/>
              </a:ext>
            </a:extLst>
          </p:cNvPr>
          <p:cNvSpPr txBox="1"/>
          <p:nvPr/>
        </p:nvSpPr>
        <p:spPr>
          <a:xfrm>
            <a:off x="684000" y="22284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{?EDUCATION_TEXT_30}</a:t>
            </a:r>
          </a:p>
          <a:p>
            <a:r>
              <a:rPr sz="1300">
                <a:latin typeface="Calibri"/>
              </a:rPr>
              <a:t>{{EDUCATION_TEXT_30}}</a:t>
            </a:r>
          </a:p>
          <a:p>
            <a:r>
              <a:t>{/?EDUCATION_TEXT_30}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F64658-8F34-0661-8CE0-BD163591E5F6}"/>
              </a:ext>
            </a:extLst>
          </p:cNvPr>
          <p:cNvSpPr txBox="1"/>
          <p:nvPr/>
        </p:nvSpPr>
        <p:spPr>
          <a:xfrm>
            <a:off x="4399200" y="22284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{?WORK_HISTORY_TEXT_30}</a:t>
            </a:r>
          </a:p>
          <a:p>
            <a:r>
              <a:rPr sz="1300">
                <a:latin typeface="Calibri"/>
              </a:rPr>
              <a:t>{{WORK_HISTORY_TEXT_30}}</a:t>
            </a:r>
          </a:p>
          <a:p>
            <a:r>
              <a:t>{/?WORK_HISTORY_TEXT_30}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D4DADB-9AFD-D808-0169-7CDD71B6C10F}"/>
              </a:ext>
            </a:extLst>
          </p:cNvPr>
          <p:cNvSpPr txBox="1"/>
          <p:nvPr/>
        </p:nvSpPr>
        <p:spPr>
          <a:xfrm>
            <a:off x="684000" y="3769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{?EDUCATION_TEXT_31}</a:t>
            </a:r>
          </a:p>
          <a:p>
            <a:r>
              <a:rPr sz="1300">
                <a:latin typeface="Calibri"/>
              </a:rPr>
              <a:t>{{EDUCATION_TEXT_31}}</a:t>
            </a:r>
          </a:p>
          <a:p>
            <a:r>
              <a:t>{/?EDUCATION_TEXT_31}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CE6ABE-0004-0AA6-4CC4-96007F8D4DFF}"/>
              </a:ext>
            </a:extLst>
          </p:cNvPr>
          <p:cNvSpPr txBox="1"/>
          <p:nvPr/>
        </p:nvSpPr>
        <p:spPr>
          <a:xfrm>
            <a:off x="4399200" y="3769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{?WORK_HISTORY_TEXT_31}</a:t>
            </a:r>
          </a:p>
          <a:p>
            <a:r>
              <a:rPr sz="1300">
                <a:latin typeface="Calibri"/>
              </a:rPr>
              <a:t>{{WORK_HISTORY_TEXT_31}}</a:t>
            </a:r>
          </a:p>
          <a:p>
            <a:r>
              <a:t>{/?WORK_HISTORY_TEXT_31}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39E446-2A48-17E8-D6F9-5FE5979D24E1}"/>
              </a:ext>
            </a:extLst>
          </p:cNvPr>
          <p:cNvSpPr txBox="1"/>
          <p:nvPr/>
        </p:nvSpPr>
        <p:spPr>
          <a:xfrm>
            <a:off x="684000" y="5497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{?EDUCATION_TEXT_32}</a:t>
            </a:r>
          </a:p>
          <a:p>
            <a:r>
              <a:rPr sz="1300">
                <a:latin typeface="Calibri"/>
              </a:rPr>
              <a:t>{{EDUCATION_TEXT_32}}</a:t>
            </a:r>
          </a:p>
          <a:p>
            <a:r>
              <a:t>{/?EDUCATION_TEXT_32}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D153D4-A6CD-17CC-4F62-94101B048F1F}"/>
              </a:ext>
            </a:extLst>
          </p:cNvPr>
          <p:cNvSpPr txBox="1"/>
          <p:nvPr/>
        </p:nvSpPr>
        <p:spPr>
          <a:xfrm>
            <a:off x="4399200" y="5497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{?WORK_HISTORY_TEXT_32}</a:t>
            </a:r>
          </a:p>
          <a:p>
            <a:r>
              <a:rPr sz="1300">
                <a:latin typeface="Calibri"/>
              </a:rPr>
              <a:t>{{WORK_HISTORY_TEXT_32}}</a:t>
            </a:r>
          </a:p>
          <a:p>
            <a:r>
              <a:t>{/?WORK_HISTORY_TEXT_32}</a:t>
            </a:r>
          </a:p>
        </p:txBody>
      </p:sp>
    </p:spTree>
    <p:extLst>
      <p:ext uri="{BB962C8B-B14F-4D97-AF65-F5344CB8AC3E}">
        <p14:creationId xmlns:p14="http://schemas.microsoft.com/office/powerpoint/2010/main" val="2070992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374BC-3EFF-B434-7B10-A6689F09A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A80BCAE-A83E-91E2-838E-49E656321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712800"/>
            <a:ext cx="234000" cy="1656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1F24A127-33EC-7315-025B-B337325EF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2228400"/>
            <a:ext cx="234000" cy="1656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589DE3A-F23B-3B17-0018-79486F263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3769200"/>
            <a:ext cx="234000" cy="1656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2AFDB39-ED4F-4FA9-2B80-D35116FF6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5497200"/>
            <a:ext cx="234000" cy="16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25BD50-CED5-8453-A033-9604E0E0B8F8}"/>
              </a:ext>
            </a:extLst>
          </p:cNvPr>
          <p:cNvSpPr txBox="1"/>
          <p:nvPr/>
        </p:nvSpPr>
        <p:spPr>
          <a:xfrm>
            <a:off x="684000" y="7128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{?EDUCATION_TEXT_33}</a:t>
            </a:r>
          </a:p>
          <a:p>
            <a:r>
              <a:rPr sz="1300">
                <a:latin typeface="Calibri"/>
              </a:rPr>
              <a:t>{{EDUCATION_TEXT_33}}</a:t>
            </a:r>
          </a:p>
          <a:p>
            <a:r>
              <a:t>{/?EDUCATION_TEXT_33}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D418E8-BB61-E884-6045-DECAB2FA49DD}"/>
              </a:ext>
            </a:extLst>
          </p:cNvPr>
          <p:cNvSpPr txBox="1"/>
          <p:nvPr/>
        </p:nvSpPr>
        <p:spPr>
          <a:xfrm>
            <a:off x="4399200" y="7128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{?WORK_HISTORY_TEXT_33}</a:t>
            </a:r>
          </a:p>
          <a:p>
            <a:r>
              <a:rPr sz="1300">
                <a:latin typeface="Calibri"/>
              </a:rPr>
              <a:t>{{WORK_HISTORY_TEXT_33}}</a:t>
            </a:r>
          </a:p>
          <a:p>
            <a:r>
              <a:t>{/?WORK_HISTORY_TEXT_33}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DED1E6-A717-D89F-532E-7E664032915A}"/>
              </a:ext>
            </a:extLst>
          </p:cNvPr>
          <p:cNvSpPr txBox="1"/>
          <p:nvPr/>
        </p:nvSpPr>
        <p:spPr>
          <a:xfrm>
            <a:off x="684000" y="22284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{?EDUCATION_TEXT_34}</a:t>
            </a:r>
          </a:p>
          <a:p>
            <a:r>
              <a:rPr sz="1300">
                <a:latin typeface="Calibri"/>
              </a:rPr>
              <a:t>{{EDUCATION_TEXT_34}}</a:t>
            </a:r>
          </a:p>
          <a:p>
            <a:r>
              <a:t>{/?EDUCATION_TEXT_34}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976E1B-1A1F-A8EE-B3C1-476EAAEDAA6E}"/>
              </a:ext>
            </a:extLst>
          </p:cNvPr>
          <p:cNvSpPr txBox="1"/>
          <p:nvPr/>
        </p:nvSpPr>
        <p:spPr>
          <a:xfrm>
            <a:off x="4399200" y="22284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{?WORK_HISTORY_TEXT_34}</a:t>
            </a:r>
          </a:p>
          <a:p>
            <a:r>
              <a:rPr sz="1300">
                <a:latin typeface="Calibri"/>
              </a:rPr>
              <a:t>{{WORK_HISTORY_TEXT_34}}</a:t>
            </a:r>
          </a:p>
          <a:p>
            <a:r>
              <a:t>{/?WORK_HISTORY_TEXT_34}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BDFEF1-5611-155E-13E5-2ACE09E401B6}"/>
              </a:ext>
            </a:extLst>
          </p:cNvPr>
          <p:cNvSpPr txBox="1"/>
          <p:nvPr/>
        </p:nvSpPr>
        <p:spPr>
          <a:xfrm>
            <a:off x="684000" y="3769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{?EDUCATION_TEXT_35}</a:t>
            </a:r>
          </a:p>
          <a:p>
            <a:r>
              <a:rPr sz="1300">
                <a:latin typeface="Calibri"/>
              </a:rPr>
              <a:t>{{EDUCATION_TEXT_35}}</a:t>
            </a:r>
          </a:p>
          <a:p>
            <a:r>
              <a:t>{/?EDUCATION_TEXT_35}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C1A53E-45B0-B655-3C61-BA0FF8822328}"/>
              </a:ext>
            </a:extLst>
          </p:cNvPr>
          <p:cNvSpPr txBox="1"/>
          <p:nvPr/>
        </p:nvSpPr>
        <p:spPr>
          <a:xfrm>
            <a:off x="4399200" y="3769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{?WORK_HISTORY_TEXT_35}</a:t>
            </a:r>
          </a:p>
          <a:p>
            <a:r>
              <a:rPr sz="1300">
                <a:latin typeface="Calibri"/>
              </a:rPr>
              <a:t>{{WORK_HISTORY_TEXT_35}}</a:t>
            </a:r>
          </a:p>
          <a:p>
            <a:r>
              <a:t>{/?WORK_HISTORY_TEXT_35}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97A66A-7C48-B051-9F5C-92555E9F330A}"/>
              </a:ext>
            </a:extLst>
          </p:cNvPr>
          <p:cNvSpPr txBox="1"/>
          <p:nvPr/>
        </p:nvSpPr>
        <p:spPr>
          <a:xfrm>
            <a:off x="684000" y="5497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{?EDUCATION_TEXT_36}</a:t>
            </a:r>
          </a:p>
          <a:p>
            <a:r>
              <a:rPr sz="1300">
                <a:latin typeface="Calibri"/>
              </a:rPr>
              <a:t>{{EDUCATION_TEXT_36}}</a:t>
            </a:r>
          </a:p>
          <a:p>
            <a:r>
              <a:t>{/?EDUCATION_TEXT_36}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CE3DC1-6AB9-AE76-7104-9B3AD6AE0052}"/>
              </a:ext>
            </a:extLst>
          </p:cNvPr>
          <p:cNvSpPr txBox="1"/>
          <p:nvPr/>
        </p:nvSpPr>
        <p:spPr>
          <a:xfrm>
            <a:off x="4399200" y="5497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{?WORK_HISTORY_TEXT_36}</a:t>
            </a:r>
          </a:p>
          <a:p>
            <a:r>
              <a:rPr sz="1300">
                <a:latin typeface="Calibri"/>
              </a:rPr>
              <a:t>{{WORK_HISTORY_TEXT_36}}</a:t>
            </a:r>
          </a:p>
          <a:p>
            <a:r>
              <a:t>{/?WORK_HISTORY_TEXT_36}</a:t>
            </a:r>
          </a:p>
        </p:txBody>
      </p:sp>
    </p:spTree>
    <p:extLst>
      <p:ext uri="{BB962C8B-B14F-4D97-AF65-F5344CB8AC3E}">
        <p14:creationId xmlns:p14="http://schemas.microsoft.com/office/powerpoint/2010/main" val="1951519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8D8F1-D247-042D-AB23-77AC0F418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81077401-839E-E860-74DC-B4828A88D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712800"/>
            <a:ext cx="234000" cy="1656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83B841D9-5486-9A2C-4BC0-9A839821B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2228400"/>
            <a:ext cx="234000" cy="1656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A44CFA8D-1C48-6F61-102B-F269D5122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3769200"/>
            <a:ext cx="234000" cy="1656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A39543A2-88BC-EE24-024D-A216837C7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5497200"/>
            <a:ext cx="234000" cy="16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C32D3E-6821-7C6A-6A38-635916AD6598}"/>
              </a:ext>
            </a:extLst>
          </p:cNvPr>
          <p:cNvSpPr txBox="1"/>
          <p:nvPr/>
        </p:nvSpPr>
        <p:spPr>
          <a:xfrm>
            <a:off x="684000" y="7128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{?EDUCATION_TEXT_37}</a:t>
            </a:r>
          </a:p>
          <a:p>
            <a:r>
              <a:rPr sz="1300">
                <a:latin typeface="Calibri"/>
              </a:rPr>
              <a:t>{{EDUCATION_TEXT_37}}</a:t>
            </a:r>
          </a:p>
          <a:p>
            <a:r>
              <a:t>{/?EDUCATION_TEXT_37}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442D17-0E2D-4427-88DC-4E101D82B753}"/>
              </a:ext>
            </a:extLst>
          </p:cNvPr>
          <p:cNvSpPr txBox="1"/>
          <p:nvPr/>
        </p:nvSpPr>
        <p:spPr>
          <a:xfrm>
            <a:off x="4399200" y="7128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{?WORK_HISTORY_TEXT_37}</a:t>
            </a:r>
          </a:p>
          <a:p>
            <a:r>
              <a:rPr sz="1300">
                <a:latin typeface="Calibri"/>
              </a:rPr>
              <a:t>{{WORK_HISTORY_TEXT_37}}</a:t>
            </a:r>
          </a:p>
          <a:p>
            <a:r>
              <a:t>{/?WORK_HISTORY_TEXT_37}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B51CC3-4601-A204-B5E1-DF430F739644}"/>
              </a:ext>
            </a:extLst>
          </p:cNvPr>
          <p:cNvSpPr txBox="1"/>
          <p:nvPr/>
        </p:nvSpPr>
        <p:spPr>
          <a:xfrm>
            <a:off x="684000" y="22284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{?EDUCATION_TEXT_38}</a:t>
            </a:r>
          </a:p>
          <a:p>
            <a:r>
              <a:rPr sz="1300">
                <a:latin typeface="Calibri"/>
              </a:rPr>
              <a:t>{{EDUCATION_TEXT_38}}</a:t>
            </a:r>
          </a:p>
          <a:p>
            <a:r>
              <a:t>{/?EDUCATION_TEXT_38}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E65F48-2110-70E8-4CFB-DC0DE43A4BFD}"/>
              </a:ext>
            </a:extLst>
          </p:cNvPr>
          <p:cNvSpPr txBox="1"/>
          <p:nvPr/>
        </p:nvSpPr>
        <p:spPr>
          <a:xfrm>
            <a:off x="4399200" y="22284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{?WORK_HISTORY_TEXT_38}</a:t>
            </a:r>
          </a:p>
          <a:p>
            <a:r>
              <a:rPr sz="1300">
                <a:latin typeface="Calibri"/>
              </a:rPr>
              <a:t>{{WORK_HISTORY_TEXT_38}}</a:t>
            </a:r>
          </a:p>
          <a:p>
            <a:r>
              <a:t>{/?WORK_HISTORY_TEXT_38}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56F862-D007-FC21-E2F6-49390DA70614}"/>
              </a:ext>
            </a:extLst>
          </p:cNvPr>
          <p:cNvSpPr txBox="1"/>
          <p:nvPr/>
        </p:nvSpPr>
        <p:spPr>
          <a:xfrm>
            <a:off x="684000" y="3769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{?EDUCATION_TEXT_39}</a:t>
            </a:r>
          </a:p>
          <a:p>
            <a:r>
              <a:rPr sz="1300">
                <a:latin typeface="Calibri"/>
              </a:rPr>
              <a:t>{{EDUCATION_TEXT_39}}</a:t>
            </a:r>
          </a:p>
          <a:p>
            <a:r>
              <a:t>{/?EDUCATION_TEXT_39}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BB8E03-DE47-12BA-8AF3-E30998815B08}"/>
              </a:ext>
            </a:extLst>
          </p:cNvPr>
          <p:cNvSpPr txBox="1"/>
          <p:nvPr/>
        </p:nvSpPr>
        <p:spPr>
          <a:xfrm>
            <a:off x="4399200" y="3769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{?WORK_HISTORY_TEXT_39}</a:t>
            </a:r>
          </a:p>
          <a:p>
            <a:r>
              <a:rPr sz="1300">
                <a:latin typeface="Calibri"/>
              </a:rPr>
              <a:t>{{WORK_HISTORY_TEXT_39}}</a:t>
            </a:r>
          </a:p>
          <a:p>
            <a:r>
              <a:t>{/?WORK_HISTORY_TEXT_39}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0366B8-7E27-3D0A-B58A-7449804E4F1B}"/>
              </a:ext>
            </a:extLst>
          </p:cNvPr>
          <p:cNvSpPr txBox="1"/>
          <p:nvPr/>
        </p:nvSpPr>
        <p:spPr>
          <a:xfrm>
            <a:off x="684000" y="5497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{?EDUCATION_TEXT_40}</a:t>
            </a:r>
          </a:p>
          <a:p>
            <a:r>
              <a:rPr sz="1300">
                <a:latin typeface="Calibri"/>
              </a:rPr>
              <a:t>{{EDUCATION_TEXT_40}}</a:t>
            </a:r>
          </a:p>
          <a:p>
            <a:r>
              <a:t>{/?EDUCATION_TEXT_40}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996894-C090-E753-355C-A438BCEC7BD4}"/>
              </a:ext>
            </a:extLst>
          </p:cNvPr>
          <p:cNvSpPr txBox="1"/>
          <p:nvPr/>
        </p:nvSpPr>
        <p:spPr>
          <a:xfrm>
            <a:off x="4399200" y="5497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{?WORK_HISTORY_TEXT_40}</a:t>
            </a:r>
          </a:p>
          <a:p>
            <a:r>
              <a:rPr sz="1300">
                <a:latin typeface="Calibri"/>
              </a:rPr>
              <a:t>{{WORK_HISTORY_TEXT_40}}</a:t>
            </a:r>
          </a:p>
          <a:p>
            <a:r>
              <a:t>{/?WORK_HISTORY_TEXT_40}</a:t>
            </a:r>
          </a:p>
        </p:txBody>
      </p:sp>
    </p:spTree>
    <p:extLst>
      <p:ext uri="{BB962C8B-B14F-4D97-AF65-F5344CB8AC3E}">
        <p14:creationId xmlns:p14="http://schemas.microsoft.com/office/powerpoint/2010/main" val="4247525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79EF-1738-4D24-C438-9473E5445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62E651F-924B-A008-947F-B13FDBC17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712800"/>
            <a:ext cx="234000" cy="1656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39D7C25-1EF6-89D0-82D6-FB552F559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2228400"/>
            <a:ext cx="234000" cy="1656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C33E3FB-2F0D-E9E5-E7AF-9A0C688AF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3769200"/>
            <a:ext cx="234000" cy="1656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91D8F792-CA75-DA9D-8BB9-6A7C91994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5497200"/>
            <a:ext cx="234000" cy="16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59F31A-1CF3-A2BF-F994-9D7D4D224DCD}"/>
              </a:ext>
            </a:extLst>
          </p:cNvPr>
          <p:cNvSpPr txBox="1"/>
          <p:nvPr/>
        </p:nvSpPr>
        <p:spPr>
          <a:xfrm>
            <a:off x="684000" y="7128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{?EDUCATION_TEXT_41}</a:t>
            </a:r>
          </a:p>
          <a:p>
            <a:r>
              <a:rPr sz="1300">
                <a:latin typeface="Calibri"/>
              </a:rPr>
              <a:t>{{EDUCATION_TEXT_41}}</a:t>
            </a:r>
          </a:p>
          <a:p>
            <a:r>
              <a:t>{/?EDUCATION_TEXT_41}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A8F58C-F1B3-3F02-B7E6-E01633A95DED}"/>
              </a:ext>
            </a:extLst>
          </p:cNvPr>
          <p:cNvSpPr txBox="1"/>
          <p:nvPr/>
        </p:nvSpPr>
        <p:spPr>
          <a:xfrm>
            <a:off x="4399200" y="7128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{?WORK_HISTORY_TEXT_41}</a:t>
            </a:r>
          </a:p>
          <a:p>
            <a:r>
              <a:rPr sz="1300">
                <a:latin typeface="Calibri"/>
              </a:rPr>
              <a:t>{{WORK_HISTORY_TEXT_41}}</a:t>
            </a:r>
          </a:p>
          <a:p>
            <a:r>
              <a:t>{/?WORK_HISTORY_TEXT_41}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5C34CE-42FE-5546-DD5F-13CDD4F28BE5}"/>
              </a:ext>
            </a:extLst>
          </p:cNvPr>
          <p:cNvSpPr txBox="1"/>
          <p:nvPr/>
        </p:nvSpPr>
        <p:spPr>
          <a:xfrm>
            <a:off x="684000" y="22284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{?EDUCATION_TEXT_42}</a:t>
            </a:r>
          </a:p>
          <a:p>
            <a:r>
              <a:rPr sz="1300">
                <a:latin typeface="Calibri"/>
              </a:rPr>
              <a:t>{{EDUCATION_TEXT_42}}</a:t>
            </a:r>
          </a:p>
          <a:p>
            <a:r>
              <a:t>{/?EDUCATION_TEXT_42}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51D4FF-99FF-7776-4B82-32535245840E}"/>
              </a:ext>
            </a:extLst>
          </p:cNvPr>
          <p:cNvSpPr txBox="1"/>
          <p:nvPr/>
        </p:nvSpPr>
        <p:spPr>
          <a:xfrm>
            <a:off x="4399200" y="22284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{?WORK_HISTORY_TEXT_42}</a:t>
            </a:r>
          </a:p>
          <a:p>
            <a:r>
              <a:rPr sz="1300">
                <a:latin typeface="Calibri"/>
              </a:rPr>
              <a:t>{{WORK_HISTORY_TEXT_42}}</a:t>
            </a:r>
          </a:p>
          <a:p>
            <a:r>
              <a:t>{/?WORK_HISTORY_TEXT_42}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3272E4-2B62-D237-D73A-535A3537AAE7}"/>
              </a:ext>
            </a:extLst>
          </p:cNvPr>
          <p:cNvSpPr txBox="1"/>
          <p:nvPr/>
        </p:nvSpPr>
        <p:spPr>
          <a:xfrm>
            <a:off x="684000" y="3769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{?EDUCATION_TEXT_43}</a:t>
            </a:r>
          </a:p>
          <a:p>
            <a:r>
              <a:rPr sz="1300">
                <a:latin typeface="Calibri"/>
              </a:rPr>
              <a:t>{{EDUCATION_TEXT_43}}</a:t>
            </a:r>
          </a:p>
          <a:p>
            <a:r>
              <a:t>{/?EDUCATION_TEXT_43}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6CD940-46A0-0CA8-5E6E-F7BE4AB75337}"/>
              </a:ext>
            </a:extLst>
          </p:cNvPr>
          <p:cNvSpPr txBox="1"/>
          <p:nvPr/>
        </p:nvSpPr>
        <p:spPr>
          <a:xfrm>
            <a:off x="4399200" y="3769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{?WORK_HISTORY_TEXT_43}</a:t>
            </a:r>
          </a:p>
          <a:p>
            <a:r>
              <a:rPr sz="1300">
                <a:latin typeface="Calibri"/>
              </a:rPr>
              <a:t>{{WORK_HISTORY_TEXT_43}}</a:t>
            </a:r>
          </a:p>
          <a:p>
            <a:r>
              <a:t>{/?WORK_HISTORY_TEXT_43}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97463C-46DB-0BC0-FEB7-87D1E910248B}"/>
              </a:ext>
            </a:extLst>
          </p:cNvPr>
          <p:cNvSpPr txBox="1"/>
          <p:nvPr/>
        </p:nvSpPr>
        <p:spPr>
          <a:xfrm>
            <a:off x="684000" y="5497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{?EDUCATION_TEXT_44}</a:t>
            </a:r>
          </a:p>
          <a:p>
            <a:r>
              <a:rPr sz="1300">
                <a:latin typeface="Calibri"/>
              </a:rPr>
              <a:t>{{EDUCATION_TEXT_44}}</a:t>
            </a:r>
          </a:p>
          <a:p>
            <a:r>
              <a:t>{/?EDUCATION_TEXT_44}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EF73F0-32C0-B2E0-D531-7FE748652677}"/>
              </a:ext>
            </a:extLst>
          </p:cNvPr>
          <p:cNvSpPr txBox="1"/>
          <p:nvPr/>
        </p:nvSpPr>
        <p:spPr>
          <a:xfrm>
            <a:off x="4399200" y="5497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{?WORK_HISTORY_TEXT_44}</a:t>
            </a:r>
          </a:p>
          <a:p>
            <a:r>
              <a:rPr sz="1300">
                <a:latin typeface="Calibri"/>
              </a:rPr>
              <a:t>{{WORK_HISTORY_TEXT_44}}</a:t>
            </a:r>
          </a:p>
          <a:p>
            <a:r>
              <a:t>{/?WORK_HISTORY_TEXT_44}</a:t>
            </a:r>
          </a:p>
        </p:txBody>
      </p:sp>
    </p:spTree>
    <p:extLst>
      <p:ext uri="{BB962C8B-B14F-4D97-AF65-F5344CB8AC3E}">
        <p14:creationId xmlns:p14="http://schemas.microsoft.com/office/powerpoint/2010/main" val="3432263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51FB7-320A-299D-0678-6524AFD8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99C20461-DFD3-2EE5-DAA8-AC25539AB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712800"/>
            <a:ext cx="234000" cy="165600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A264D481-EBA3-3B2A-9062-C6E2900ED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2228400"/>
            <a:ext cx="234000" cy="165600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2DB60818-2B3D-DA47-2DED-932791566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3769200"/>
            <a:ext cx="234000" cy="16560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02414106-C782-C199-4EC6-DFAA7F3D2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0" y="5497200"/>
            <a:ext cx="234000" cy="1656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46568F5-1171-38BF-7C67-BE38D6EDA10E}"/>
              </a:ext>
            </a:extLst>
          </p:cNvPr>
          <p:cNvSpPr txBox="1"/>
          <p:nvPr/>
        </p:nvSpPr>
        <p:spPr>
          <a:xfrm>
            <a:off x="684000" y="7128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{?EDUCATION_TEXT_45}</a:t>
            </a:r>
          </a:p>
          <a:p>
            <a:r>
              <a:rPr sz="1300">
                <a:latin typeface="Calibri"/>
              </a:rPr>
              <a:t>{{EDUCATION_TEXT_45}}</a:t>
            </a:r>
          </a:p>
          <a:p>
            <a:r>
              <a:t>{/?EDUCATION_TEXT_45}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51D825-2741-AF06-064C-AE3A713DB2DD}"/>
              </a:ext>
            </a:extLst>
          </p:cNvPr>
          <p:cNvSpPr txBox="1"/>
          <p:nvPr/>
        </p:nvSpPr>
        <p:spPr>
          <a:xfrm>
            <a:off x="4399200" y="7128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{?WORK_HISTORY_TEXT_45}</a:t>
            </a:r>
          </a:p>
          <a:p>
            <a:r>
              <a:rPr sz="1300">
                <a:latin typeface="Calibri"/>
              </a:rPr>
              <a:t>{{WORK_HISTORY_TEXT_45}}</a:t>
            </a:r>
          </a:p>
          <a:p>
            <a:r>
              <a:t>{/?WORK_HISTORY_TEXT_45}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19CB5F-8730-A3B5-CFB9-FF34F15ABE65}"/>
              </a:ext>
            </a:extLst>
          </p:cNvPr>
          <p:cNvSpPr txBox="1"/>
          <p:nvPr/>
        </p:nvSpPr>
        <p:spPr>
          <a:xfrm>
            <a:off x="684000" y="22284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{?EDUCATION_TEXT_46}</a:t>
            </a:r>
          </a:p>
          <a:p>
            <a:r>
              <a:rPr sz="1300">
                <a:latin typeface="Calibri"/>
              </a:rPr>
              <a:t>{{EDUCATION_TEXT_46}}</a:t>
            </a:r>
          </a:p>
          <a:p>
            <a:r>
              <a:t>{/?EDUCATION_TEXT_46}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E0E7B6-D02E-D92F-671D-608765C63B17}"/>
              </a:ext>
            </a:extLst>
          </p:cNvPr>
          <p:cNvSpPr txBox="1"/>
          <p:nvPr/>
        </p:nvSpPr>
        <p:spPr>
          <a:xfrm>
            <a:off x="4399200" y="22284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{?WORK_HISTORY_TEXT_46}</a:t>
            </a:r>
          </a:p>
          <a:p>
            <a:r>
              <a:rPr sz="1300">
                <a:latin typeface="Calibri"/>
              </a:rPr>
              <a:t>{{WORK_HISTORY_TEXT_46}}</a:t>
            </a:r>
          </a:p>
          <a:p>
            <a:r>
              <a:t>{/?WORK_HISTORY_TEXT_46}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DEF20E-81FB-4A95-C80B-C88046DB95FF}"/>
              </a:ext>
            </a:extLst>
          </p:cNvPr>
          <p:cNvSpPr txBox="1"/>
          <p:nvPr/>
        </p:nvSpPr>
        <p:spPr>
          <a:xfrm>
            <a:off x="684000" y="3769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{?EDUCATION_TEXT_47}</a:t>
            </a:r>
          </a:p>
          <a:p>
            <a:r>
              <a:rPr sz="1300">
                <a:latin typeface="Calibri"/>
              </a:rPr>
              <a:t>{{EDUCATION_TEXT_47}}</a:t>
            </a:r>
          </a:p>
          <a:p>
            <a:r>
              <a:t>{/?EDUCATION_TEXT_47}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C1832B-3836-09BD-7004-B45D5140D21D}"/>
              </a:ext>
            </a:extLst>
          </p:cNvPr>
          <p:cNvSpPr txBox="1"/>
          <p:nvPr/>
        </p:nvSpPr>
        <p:spPr>
          <a:xfrm>
            <a:off x="4399200" y="3769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{?WORK_HISTORY_TEXT_47}</a:t>
            </a:r>
          </a:p>
          <a:p>
            <a:r>
              <a:rPr sz="1300">
                <a:latin typeface="Calibri"/>
              </a:rPr>
              <a:t>{{WORK_HISTORY_TEXT_47}}</a:t>
            </a:r>
          </a:p>
          <a:p>
            <a:r>
              <a:t>{/?WORK_HISTORY_TEXT_47}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16CA74-82B3-2BE2-8E75-45A91E42E116}"/>
              </a:ext>
            </a:extLst>
          </p:cNvPr>
          <p:cNvSpPr txBox="1"/>
          <p:nvPr/>
        </p:nvSpPr>
        <p:spPr>
          <a:xfrm>
            <a:off x="684000" y="5497200"/>
            <a:ext cx="36072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{?EDUCATION_TEXT_48}</a:t>
            </a:r>
          </a:p>
          <a:p>
            <a:r>
              <a:rPr sz="1300">
                <a:latin typeface="Calibri"/>
              </a:rPr>
              <a:t>{{EDUCATION_TEXT_48}}</a:t>
            </a:r>
          </a:p>
          <a:p>
            <a:r>
              <a:t>{/?EDUCATION_TEXT_48}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49E87D-A3F9-A730-D658-52CE6BCDD41D}"/>
              </a:ext>
            </a:extLst>
          </p:cNvPr>
          <p:cNvSpPr txBox="1"/>
          <p:nvPr/>
        </p:nvSpPr>
        <p:spPr>
          <a:xfrm>
            <a:off x="4399200" y="5497200"/>
            <a:ext cx="4734000" cy="1188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t>{?WORK_HISTORY_TEXT_48}</a:t>
            </a:r>
          </a:p>
          <a:p>
            <a:r>
              <a:rPr sz="1300">
                <a:latin typeface="Calibri"/>
              </a:rPr>
              <a:t>{{WORK_HISTORY_TEXT_48}}</a:t>
            </a:r>
          </a:p>
          <a:p>
            <a:r>
              <a:t>{/?WORK_HISTORY_TEXT_48}</a:t>
            </a:r>
          </a:p>
        </p:txBody>
      </p:sp>
    </p:spTree>
    <p:extLst>
      <p:ext uri="{BB962C8B-B14F-4D97-AF65-F5344CB8AC3E}">
        <p14:creationId xmlns:p14="http://schemas.microsoft.com/office/powerpoint/2010/main" val="583437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Ryhmä 35">
            <a:extLst>
              <a:ext uri="{FF2B5EF4-FFF2-40B4-BE49-F238E27FC236}">
                <a16:creationId xmlns:a16="http://schemas.microsoft.com/office/drawing/2014/main" id="{B5DD388C-76CF-415A-AD16-7DCF30ADA3C3}"/>
              </a:ext>
            </a:extLst>
          </p:cNvPr>
          <p:cNvGrpSpPr/>
          <p:nvPr/>
        </p:nvGrpSpPr>
        <p:grpSpPr>
          <a:xfrm>
            <a:off x="-19853" y="-12699"/>
            <a:ext cx="9172972" cy="6873972"/>
            <a:chOff x="-19853" y="-12699"/>
            <a:chExt cx="9172972" cy="6873972"/>
          </a:xfrm>
        </p:grpSpPr>
        <p:grpSp>
          <p:nvGrpSpPr>
            <p:cNvPr id="35" name="Ryhmä 34">
              <a:extLst>
                <a:ext uri="{FF2B5EF4-FFF2-40B4-BE49-F238E27FC236}">
                  <a16:creationId xmlns:a16="http://schemas.microsoft.com/office/drawing/2014/main" id="{D520BB08-D147-4DC7-9DFF-7AFF1E82BC2D}"/>
                </a:ext>
              </a:extLst>
            </p:cNvPr>
            <p:cNvGrpSpPr/>
            <p:nvPr/>
          </p:nvGrpSpPr>
          <p:grpSpPr>
            <a:xfrm>
              <a:off x="-19853" y="-12699"/>
              <a:ext cx="9172972" cy="6873972"/>
              <a:chOff x="-19853" y="-12699"/>
              <a:chExt cx="9172972" cy="6873972"/>
            </a:xfrm>
          </p:grpSpPr>
          <p:sp>
            <p:nvSpPr>
              <p:cNvPr id="27" name="Suorakulmio 26">
                <a:extLst>
                  <a:ext uri="{FF2B5EF4-FFF2-40B4-BE49-F238E27FC236}">
                    <a16:creationId xmlns:a16="http://schemas.microsoft.com/office/drawing/2014/main" id="{E90FA7ED-CF33-4FF3-B2D1-394D0FC9DE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-19853" y="-6154"/>
                <a:ext cx="6870699" cy="686415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/>
              </a:p>
            </p:txBody>
          </p:sp>
          <p:grpSp>
            <p:nvGrpSpPr>
              <p:cNvPr id="28" name="Ryhmä 27">
                <a:extLst>
                  <a:ext uri="{FF2B5EF4-FFF2-40B4-BE49-F238E27FC236}">
                    <a16:creationId xmlns:a16="http://schemas.microsoft.com/office/drawing/2014/main" id="{5AD87839-3242-4F23-87D1-0367F18AD8DC}"/>
                  </a:ext>
                </a:extLst>
              </p:cNvPr>
              <p:cNvGrpSpPr/>
              <p:nvPr/>
            </p:nvGrpSpPr>
            <p:grpSpPr>
              <a:xfrm>
                <a:off x="3174999" y="-12699"/>
                <a:ext cx="5978119" cy="6870699"/>
                <a:chOff x="3429000" y="-25400"/>
                <a:chExt cx="3429000" cy="9169399"/>
              </a:xfrm>
              <a:solidFill>
                <a:schemeClr val="bg1"/>
              </a:solidFill>
            </p:grpSpPr>
            <p:sp>
              <p:nvSpPr>
                <p:cNvPr id="31" name="Suorakulmio 30">
                  <a:extLst>
                    <a:ext uri="{FF2B5EF4-FFF2-40B4-BE49-F238E27FC236}">
                      <a16:creationId xmlns:a16="http://schemas.microsoft.com/office/drawing/2014/main" id="{B1FF41D9-D018-4F6E-8468-6F3D0DE7CB52}"/>
                    </a:ext>
                  </a:extLst>
                </p:cNvPr>
                <p:cNvSpPr/>
                <p:nvPr/>
              </p:nvSpPr>
              <p:spPr>
                <a:xfrm>
                  <a:off x="5010150" y="3568700"/>
                  <a:ext cx="1847850" cy="557529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i-FI"/>
                </a:p>
              </p:txBody>
            </p:sp>
            <p:sp>
              <p:nvSpPr>
                <p:cNvPr id="32" name="Suorakulmio 31">
                  <a:extLst>
                    <a:ext uri="{FF2B5EF4-FFF2-40B4-BE49-F238E27FC236}">
                      <a16:creationId xmlns:a16="http://schemas.microsoft.com/office/drawing/2014/main" id="{426FD3E2-876B-4E0D-BABB-66E287C64EE5}"/>
                    </a:ext>
                  </a:extLst>
                </p:cNvPr>
                <p:cNvSpPr/>
                <p:nvPr/>
              </p:nvSpPr>
              <p:spPr>
                <a:xfrm>
                  <a:off x="3429000" y="-25400"/>
                  <a:ext cx="3429000" cy="557529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i-FI"/>
                </a:p>
              </p:txBody>
            </p:sp>
          </p:grpSp>
          <p:sp>
            <p:nvSpPr>
              <p:cNvPr id="29" name="Suunnikas 14">
                <a:extLst>
                  <a:ext uri="{FF2B5EF4-FFF2-40B4-BE49-F238E27FC236}">
                    <a16:creationId xmlns:a16="http://schemas.microsoft.com/office/drawing/2014/main" id="{F6E784F2-666C-4974-963E-BBE6F1B7003C}"/>
                  </a:ext>
                </a:extLst>
              </p:cNvPr>
              <p:cNvSpPr/>
              <p:nvPr/>
            </p:nvSpPr>
            <p:spPr>
              <a:xfrm>
                <a:off x="6524219" y="-9427"/>
                <a:ext cx="2628900" cy="6867427"/>
              </a:xfrm>
              <a:custGeom>
                <a:avLst/>
                <a:gdLst>
                  <a:gd name="connsiteX0" fmla="*/ 0 w 5092700"/>
                  <a:gd name="connsiteY0" fmla="*/ 9156700 h 9156700"/>
                  <a:gd name="connsiteX1" fmla="*/ 2977345 w 5092700"/>
                  <a:gd name="connsiteY1" fmla="*/ 0 h 9156700"/>
                  <a:gd name="connsiteX2" fmla="*/ 5092700 w 5092700"/>
                  <a:gd name="connsiteY2" fmla="*/ 0 h 9156700"/>
                  <a:gd name="connsiteX3" fmla="*/ 2115355 w 5092700"/>
                  <a:gd name="connsiteY3" fmla="*/ 9156700 h 9156700"/>
                  <a:gd name="connsiteX4" fmla="*/ 0 w 5092700"/>
                  <a:gd name="connsiteY4" fmla="*/ 9156700 h 9156700"/>
                  <a:gd name="connsiteX0" fmla="*/ 0 w 5092700"/>
                  <a:gd name="connsiteY0" fmla="*/ 9156700 h 9156700"/>
                  <a:gd name="connsiteX1" fmla="*/ 2583645 w 5092700"/>
                  <a:gd name="connsiteY1" fmla="*/ 1181100 h 9156700"/>
                  <a:gd name="connsiteX2" fmla="*/ 5092700 w 5092700"/>
                  <a:gd name="connsiteY2" fmla="*/ 0 h 9156700"/>
                  <a:gd name="connsiteX3" fmla="*/ 2115355 w 5092700"/>
                  <a:gd name="connsiteY3" fmla="*/ 9156700 h 9156700"/>
                  <a:gd name="connsiteX4" fmla="*/ 0 w 5092700"/>
                  <a:gd name="connsiteY4" fmla="*/ 9156700 h 9156700"/>
                  <a:gd name="connsiteX0" fmla="*/ 0 w 2628900"/>
                  <a:gd name="connsiteY0" fmla="*/ 7975600 h 7975600"/>
                  <a:gd name="connsiteX1" fmla="*/ 2583645 w 2628900"/>
                  <a:gd name="connsiteY1" fmla="*/ 0 h 7975600"/>
                  <a:gd name="connsiteX2" fmla="*/ 2628900 w 2628900"/>
                  <a:gd name="connsiteY2" fmla="*/ 6400800 h 7975600"/>
                  <a:gd name="connsiteX3" fmla="*/ 2115355 w 2628900"/>
                  <a:gd name="connsiteY3" fmla="*/ 7975600 h 7975600"/>
                  <a:gd name="connsiteX4" fmla="*/ 0 w 2628900"/>
                  <a:gd name="connsiteY4" fmla="*/ 7975600 h 7975600"/>
                  <a:gd name="connsiteX0" fmla="*/ 0 w 2628900"/>
                  <a:gd name="connsiteY0" fmla="*/ 8140700 h 8140700"/>
                  <a:gd name="connsiteX1" fmla="*/ 2621745 w 2628900"/>
                  <a:gd name="connsiteY1" fmla="*/ 0 h 8140700"/>
                  <a:gd name="connsiteX2" fmla="*/ 2628900 w 2628900"/>
                  <a:gd name="connsiteY2" fmla="*/ 6565900 h 8140700"/>
                  <a:gd name="connsiteX3" fmla="*/ 2115355 w 2628900"/>
                  <a:gd name="connsiteY3" fmla="*/ 8140700 h 8140700"/>
                  <a:gd name="connsiteX4" fmla="*/ 0 w 2628900"/>
                  <a:gd name="connsiteY4" fmla="*/ 8140700 h 8140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28900" h="8140700">
                    <a:moveTo>
                      <a:pt x="0" y="8140700"/>
                    </a:moveTo>
                    <a:lnTo>
                      <a:pt x="2621745" y="0"/>
                    </a:lnTo>
                    <a:lnTo>
                      <a:pt x="2628900" y="6565900"/>
                    </a:lnTo>
                    <a:lnTo>
                      <a:pt x="2115355" y="8140700"/>
                    </a:lnTo>
                    <a:lnTo>
                      <a:pt x="0" y="81407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/>
              </a:p>
            </p:txBody>
          </p:sp>
          <p:sp>
            <p:nvSpPr>
              <p:cNvPr id="30" name="Suunnikas 29">
                <a:extLst>
                  <a:ext uri="{FF2B5EF4-FFF2-40B4-BE49-F238E27FC236}">
                    <a16:creationId xmlns:a16="http://schemas.microsoft.com/office/drawing/2014/main" id="{30DC8C8C-4ABB-4784-BB19-3582451BB0D7}"/>
                  </a:ext>
                </a:extLst>
              </p:cNvPr>
              <p:cNvSpPr/>
              <p:nvPr/>
            </p:nvSpPr>
            <p:spPr>
              <a:xfrm flipH="1">
                <a:off x="1244991" y="-9427"/>
                <a:ext cx="5092700" cy="6870700"/>
              </a:xfrm>
              <a:prstGeom prst="parallelogram">
                <a:avLst>
                  <a:gd name="adj" fmla="val 58463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/>
              </a:p>
            </p:txBody>
          </p:sp>
        </p:grpSp>
        <p:grpSp>
          <p:nvGrpSpPr>
            <p:cNvPr id="11" name="Ryhmä 10">
              <a:extLst>
                <a:ext uri="{FF2B5EF4-FFF2-40B4-BE49-F238E27FC236}">
                  <a16:creationId xmlns:a16="http://schemas.microsoft.com/office/drawing/2014/main" id="{502120FB-A92C-43F9-9429-21593650328A}"/>
                </a:ext>
              </a:extLst>
            </p:cNvPr>
            <p:cNvGrpSpPr/>
            <p:nvPr/>
          </p:nvGrpSpPr>
          <p:grpSpPr>
            <a:xfrm>
              <a:off x="2239087" y="4082005"/>
              <a:ext cx="6275144" cy="2067382"/>
              <a:chOff x="2239087" y="4082005"/>
              <a:chExt cx="6275144" cy="2067382"/>
            </a:xfrm>
          </p:grpSpPr>
          <p:sp>
            <p:nvSpPr>
              <p:cNvPr id="21" name="Suorakulmio 20">
                <a:extLst>
                  <a:ext uri="{FF2B5EF4-FFF2-40B4-BE49-F238E27FC236}">
                    <a16:creationId xmlns:a16="http://schemas.microsoft.com/office/drawing/2014/main" id="{9C57A275-B5A1-4454-9E03-F8DBC1EBBD65}"/>
                  </a:ext>
                </a:extLst>
              </p:cNvPr>
              <p:cNvSpPr/>
              <p:nvPr/>
            </p:nvSpPr>
            <p:spPr>
              <a:xfrm>
                <a:off x="2239087" y="4082005"/>
                <a:ext cx="4287673" cy="20673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/>
              </a:p>
            </p:txBody>
          </p:sp>
          <p:sp>
            <p:nvSpPr>
              <p:cNvPr id="25" name="Suorakulmio 24">
                <a:extLst>
                  <a:ext uri="{FF2B5EF4-FFF2-40B4-BE49-F238E27FC236}">
                    <a16:creationId xmlns:a16="http://schemas.microsoft.com/office/drawing/2014/main" id="{BC724462-7D09-4489-9B75-58C8ED1D07C7}"/>
                  </a:ext>
                </a:extLst>
              </p:cNvPr>
              <p:cNvSpPr/>
              <p:nvPr/>
            </p:nvSpPr>
            <p:spPr>
              <a:xfrm>
                <a:off x="6526760" y="4168187"/>
                <a:ext cx="1987471" cy="1981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/>
              </a:p>
            </p:txBody>
          </p:sp>
        </p:grpSp>
      </p:grpSp>
      <p:pic>
        <p:nvPicPr>
          <p:cNvPr id="22" name="Kuva 21" descr="Kuva, joka sisältää kohteen teksti&#10;&#10;Kuvaus luotu automaattisesti">
            <a:extLst>
              <a:ext uri="{FF2B5EF4-FFF2-40B4-BE49-F238E27FC236}">
                <a16:creationId xmlns:a16="http://schemas.microsoft.com/office/drawing/2014/main" id="{E48AC5F4-18AF-4D2C-9278-26DFD9146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165" y="593710"/>
            <a:ext cx="1530872" cy="851125"/>
          </a:xfrm>
          <a:prstGeom prst="rect">
            <a:avLst/>
          </a:prstGeom>
        </p:spPr>
      </p:pic>
      <p:sp>
        <p:nvSpPr>
          <p:cNvPr id="17" name="Tekstiruutu 16">
            <a:extLst>
              <a:ext uri="{FF2B5EF4-FFF2-40B4-BE49-F238E27FC236}">
                <a16:creationId xmlns:a16="http://schemas.microsoft.com/office/drawing/2014/main" id="{DF339FBE-5AE4-40A2-BE95-BB0EBA5CC674}"/>
              </a:ext>
            </a:extLst>
          </p:cNvPr>
          <p:cNvSpPr txBox="1"/>
          <p:nvPr/>
        </p:nvSpPr>
        <p:spPr>
          <a:xfrm>
            <a:off x="2475430" y="4678721"/>
            <a:ext cx="43082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600" b="1" dirty="0"/>
              <a:t>Tuomas Sederholm</a:t>
            </a:r>
          </a:p>
          <a:p>
            <a:r>
              <a:rPr lang="fi-FI" sz="1600" dirty="0"/>
              <a:t>+358 400 101 200</a:t>
            </a:r>
          </a:p>
          <a:p>
            <a:r>
              <a:rPr lang="fi-FI" sz="1600" dirty="0"/>
              <a:t>tuomas.sederholm@suorahakutoimisto.fi</a:t>
            </a:r>
          </a:p>
          <a:p>
            <a:endParaRPr lang="fi-FI" b="1" dirty="0"/>
          </a:p>
        </p:txBody>
      </p:sp>
      <p:pic>
        <p:nvPicPr>
          <p:cNvPr id="18" name="Kuva 17">
            <a:extLst>
              <a:ext uri="{FF2B5EF4-FFF2-40B4-BE49-F238E27FC236}">
                <a16:creationId xmlns:a16="http://schemas.microsoft.com/office/drawing/2014/main" id="{99C74AB4-40DC-493A-AA85-5D08858FCD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30" t="27144" r="14923" b="37904"/>
          <a:stretch/>
        </p:blipFill>
        <p:spPr>
          <a:xfrm>
            <a:off x="6819237" y="4471875"/>
            <a:ext cx="1403237" cy="140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99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ukautettu 1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FFD400"/>
      </a:accent1>
      <a:accent2>
        <a:srgbClr val="FFC000"/>
      </a:accent2>
      <a:accent3>
        <a:srgbClr val="FF9933"/>
      </a:accent3>
      <a:accent4>
        <a:srgbClr val="7F7F7F"/>
      </a:accent4>
      <a:accent5>
        <a:srgbClr val="595959"/>
      </a:accent5>
      <a:accent6>
        <a:srgbClr val="000000"/>
      </a:accent6>
      <a:hlink>
        <a:srgbClr val="FFD400"/>
      </a:hlink>
      <a:folHlink>
        <a:srgbClr val="A5A5A5"/>
      </a:folHlink>
    </a:clrScheme>
    <a:fontScheme name="Office-te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2341</Words>
  <Application>Microsoft Office PowerPoint</Application>
  <PresentationFormat>On-screen Show (4:3)</PresentationFormat>
  <Paragraphs>296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Helvetica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Verner Sederholm</dc:creator>
  <cp:keywords/>
  <dc:description>generated using python-pptx</dc:description>
  <cp:lastModifiedBy>Verner Sederholm</cp:lastModifiedBy>
  <cp:revision>6</cp:revision>
  <dcterms:created xsi:type="dcterms:W3CDTF">2013-01-27T09:14:16Z</dcterms:created>
  <dcterms:modified xsi:type="dcterms:W3CDTF">2025-11-09T13:16:28Z</dcterms:modified>
  <cp:category/>
</cp:coreProperties>
</file>